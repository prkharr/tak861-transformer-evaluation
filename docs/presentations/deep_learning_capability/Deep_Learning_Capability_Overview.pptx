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8e95c072844ba7" /><Relationship Type="http://schemas.openxmlformats.org/officeDocument/2006/relationships/extended-properties" Target="/docProps/app.xml" Id="R2aea5d22ced2494e" /><Relationship Type="http://schemas.openxmlformats.org/officeDocument/2006/relationships/officeDocument" Target="/ppt/presentation.xml" Id="Ree032462b6ce4d10" /></Relationships>
</file>

<file path=ppt/presentation.xml><?xml version="1.0" encoding="utf-8"?>
<p:presentation xmlns:p="http://schemas.openxmlformats.org/presentationml/2006/main">
  <p:sldMasterIdLst>
    <p:sldMasterId xmlns:r="http://schemas.openxmlformats.org/officeDocument/2006/relationships" id="2147483648" r:id="Rda6888a9a3354975"/>
  </p:sldMasterIdLst>
  <p:notesMasterIdLst>
    <p:notesMasterId xmlns:r="http://schemas.openxmlformats.org/officeDocument/2006/relationships" r:id="R4f00292c022b49fb"/>
  </p:notesMasterIdLst>
  <p:sldIdLst>
    <p:sldId xmlns:r="http://schemas.openxmlformats.org/officeDocument/2006/relationships" id="256" r:id="R5b083e4a33fa4f9b"/>
    <p:sldId xmlns:r="http://schemas.openxmlformats.org/officeDocument/2006/relationships" id="257" r:id="R83bbb114550943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aca3cc352945ad" /><Relationship Type="http://schemas.openxmlformats.org/officeDocument/2006/relationships/slideMaster" Target="/ppt/slideMasters/slideMaster1.xml" Id="Rda6888a9a3354975" /><Relationship Type="http://schemas.openxmlformats.org/officeDocument/2006/relationships/notesMaster" Target="/ppt/notesMasters/notesMaster1.xml" Id="R4f00292c022b49fb" /><Relationship Type="http://schemas.openxmlformats.org/officeDocument/2006/relationships/presProps" Target="/ppt/presProps.xml" Id="Rad280783c4b94bf1" /><Relationship Type="http://schemas.openxmlformats.org/officeDocument/2006/relationships/tableStyles" Target="/ppt/tableStyles.xml" Id="R736aa2f6785c4461" /><Relationship Type="http://schemas.openxmlformats.org/officeDocument/2006/relationships/slide" Target="/ppt/slides/slide1.xml" Id="R5b083e4a33fa4f9b" /><Relationship Type="http://schemas.openxmlformats.org/officeDocument/2006/relationships/slide" Target="/ppt/slides/slide2.xml" Id="R83bbb114550943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9dc69fb69604c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81caa252c1458a" /><Relationship Type="http://schemas.openxmlformats.org/officeDocument/2006/relationships/notesMaster" Target="/ppt/notesMasters/notesMaster1.xml" Id="Rca030cb83d3a4e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eb9ee29f14452b" /><Relationship Type="http://schemas.openxmlformats.org/officeDocument/2006/relationships/notesMaster" Target="/ppt/notesMasters/notesMaster1.xml" Id="R8c2fdb2fcf0f4ad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pilot concerns first advanced-therapy initiation within 90 days among eligible people with narcolepsy type 1. The outcome labels come from the existing data preparation. Their construction has not yet been independently verified against that horizon. A feature is a measurable input to a model, such as an activity count or the share of activity that occurred recently. Rule-based extraction creates these explicit features. Training-only selection chooses eligible useful inputs. A Transformer separately learns internal representations of the history and produces a ranking score. Learned internal representations are not yet a standalone exported feature product.</a:t>
            </a:r>
          </a:p>
          <a:p xmlns:a="http://schemas.openxmlformats.org/drawingml/2006/main">
            <a:r>
              <a:t/>
            </a:r>
          </a:p>
          <a:p xmlns:a="http://schemas.openxmlformats.org/drawingml/2006/main">
            <a:r>
              <a:t>Current implementation: R20261016A, with connection and filename follow-up at repository revision 361ee87. Five notebooks cover input preparation, feature selection, training, review and model lock, and evaluation. They compare monthly counts alone, counts plus one current feature summary, and counts plus actual historical feature summaries. The latter uses twelve monthly reference dates, not copies of the current summary. The latest recorded local checks contain 69 passing synthetic tests. Source I/O and Spark aggregation used stand-in sources. No new extraction, training results, measured uplift or production readiness is claimed.</a:t>
            </a:r>
          </a:p>
          <a:p xmlns:a="http://schemas.openxmlformats.org/drawingml/2006/main">
            <a:r>
              <a:t/>
            </a:r>
          </a:p>
          <a:p xmlns:a="http://schemas.openxmlformats.org/drawingml/2006/main">
            <a:r>
              <a:t>Evaluation currently prioritizes lift in the highest-scored 10% of snapshots, not unique people. The TEST population has prior inspection history, so it is not an untouched confirmation sample. A suitable fresh evaluation remains part of future validation. The current three-way comparison defers the gradient-boosting comparison. Earlier metrics should not be presented as evidence of improvement for this revision.</a:t>
            </a:r>
          </a:p>
          <a:p xmlns:a="http://schemas.openxmlformats.org/drawingml/2006/main">
            <a:r>
              <a:t/>
            </a:r>
          </a:p>
          <a:p xmlns:a="http://schemas.openxmlformats.org/drawingml/2006/main">
            <a:r>
              <a:t>Sources: https://github.com/prkharr/tak861-transformer-evaluation/blob/361ee87/experiments/automl_sequence/README.md ; https://github.com/prkharr/tak861-transformer-evaluation/blob/361ee87/experiments/automl_sequence/local_validation.json ; https://github.com/prkharr/tak861-transformer-evaluation/blob/361ee87/experiments/automl_sequence/raw_automl.py ; https://github.com/prkharr/tak861-transformer-evaluation/blob/361ee87/experiments/automl_sequence/modeling.py . The illustration is a generated conceptual image, not observed data.</a:t>
            </a:r>
          </a:p>
          <a:p xmlns:a="http://schemas.openxmlformats.org/drawingml/2006/main">
            <a:r>
              <a:t/>
            </a:r>
          </a:p>
          <a:p xmlns:a="http://schemas.openxmlformats.org/drawingml/2006/main">
            <a:r>
              <a:t>Target definition reference: project_context/data_context/resp_definition.md, documented target for eligible NT1 snapshots. The repository README identifies the project as TAK861 / NT1.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proposed future scope, not a capability already in production. Plug-and-play means reusing a controlled workflow with explicit configuration and validation. It does not mean that arbitrary datasets or trained model weights transfer without adaptation. Initial reuse should focus on similar longitudinal structured records. Other modalities need additional adapters and validation.</a:t>
            </a:r>
          </a:p>
          <a:p xmlns:a="http://schemas.openxmlformats.org/drawingml/2006/main">
            <a:r>
              <a:t/>
            </a:r>
          </a:p>
          <a:p xmlns:a="http://schemas.openxmlformats.org/drawingml/2006/main">
            <a:r>
              <a:t>The reusable core would include explicit feature-generation recipes, training-only preprocessing and feature selection, model training, matched evaluation, and versioned artifacts. Each new project still requires agreed source mappings, record grain, outcome definition, time cutoffs, retraining and validation. One interface for feature tables, scores and evaluation is a packaging proposal. Exporting a general-purpose learned embedding service would require separate design and validation.</a:t>
            </a:r>
          </a:p>
          <a:p xmlns:a="http://schemas.openxmlformats.org/drawingml/2006/main">
            <a:r>
              <a:t/>
            </a:r>
          </a:p>
          <a:p xmlns:a="http://schemas.openxmlformats.org/drawingml/2006/main">
            <a:r>
              <a:t>The next milestone is to execute the present pilot on approved project data, check source availability and chronology, and measure performance against a suitable simpler reference. Because previously inspected TEST patients cannot become untouched again, any generalization claim needs an appropriate fresh evaluation design. Only then should shared components be packaged and piloted on a second project. Faster setup and reduced manual feature work are intended benefits, not measured savings.</a:t>
            </a:r>
          </a:p>
          <a:p xmlns:a="http://schemas.openxmlformats.org/drawingml/2006/main">
            <a:r>
              <a:t/>
            </a:r>
          </a:p>
          <a:p xmlns:a="http://schemas.openxmlformats.org/drawingml/2006/main">
            <a:r>
              <a:t>Basis for the reusable components: https://github.com/prkharr/tak861-transformer-evaluation/blob/361ee87/experiments/automl_sequence/README.md ; https://github.com/prkharr/tak861-transformer-evaluation/blob/361ee87/experiments/automl_sequence/raw_automl.py ; https://github.com/prkharr/tak861-transformer-evaluation/blob/361ee87/experiments/automl_sequence/modeling.py . Future scope reflects the requested internal capability.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3a8947b09041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cb94409afe84c2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914b3a22d6f46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1d8b983c03142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11496bf5fd4a5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eb332d35a542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D0E483-B31C-4413-A815-0C0523C9C1F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485B85F-34A0-4FA6-8D11-12590F1841E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7D86B39-26B3-44CE-8707-8109F8B6443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F9C6332-41AB-440F-9ADB-E83AA9FDB2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02E5019-E8B9-4F9E-B7BF-BB0A1709833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EF1C77-E438-46EE-8EBE-3A1FE00908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430EA7-9642-4670-A3D4-FBF7A2331B0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FE806F9-4BBC-44D9-A389-F084453C182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D6F2F4-58AB-4AE4-B12F-BF15434240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B06427-B0A8-49B5-8955-E3D8EA4B40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8c8e147a684aff" /><Relationship Type="http://schemas.openxmlformats.org/officeDocument/2006/relationships/slideLayout" Target="/ppt/slideLayouts/slideLayout1.xml" Id="R587bf0857e774db7" /><Relationship Type="http://schemas.openxmlformats.org/officeDocument/2006/relationships/slideLayout" Target="/ppt/slideLayouts/slideLayout2.xml" Id="R8a61d13136f44076" /><Relationship Type="http://schemas.openxmlformats.org/officeDocument/2006/relationships/slideLayout" Target="/ppt/slideLayouts/slideLayout3.xml" Id="Rd881ba8105814895" /><Relationship Type="http://schemas.openxmlformats.org/officeDocument/2006/relationships/slideLayout" Target="/ppt/slideLayouts/slideLayout4.xml" Id="R915a62aad88c4812" /><Relationship Type="http://schemas.openxmlformats.org/officeDocument/2006/relationships/slideLayout" Target="/ppt/slideLayouts/slideLayout5.xml" Id="R473d59b7ad7943a7" /><Relationship Type="http://schemas.openxmlformats.org/officeDocument/2006/relationships/slideLayout" Target="/ppt/slideLayouts/slideLayout6.xml" Id="R7a456ea58c9e4e8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7bf0857e774db7"/>
    <p:sldLayoutId xmlns:r="http://schemas.openxmlformats.org/officeDocument/2006/relationships" id="2147483650" r:id="R8a61d13136f44076"/>
    <p:sldLayoutId xmlns:r="http://schemas.openxmlformats.org/officeDocument/2006/relationships" id="2147483651" r:id="Rd881ba8105814895"/>
    <p:sldLayoutId xmlns:r="http://schemas.openxmlformats.org/officeDocument/2006/relationships" id="2147483652" r:id="R915a62aad88c4812"/>
    <p:sldLayoutId xmlns:r="http://schemas.openxmlformats.org/officeDocument/2006/relationships" id="2147483653" r:id="R473d59b7ad7943a7"/>
    <p:sldLayoutId xmlns:r="http://schemas.openxmlformats.org/officeDocument/2006/relationships" id="2147483654" r:id="R7a456ea58c9e4e8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de1e987ef8b4437" /><Relationship Type="http://schemas.openxmlformats.org/officeDocument/2006/relationships/image" Target="/ppt/media/image.png" Id="Ra0d949fbaac54aba" /><Relationship Type="http://schemas.openxmlformats.org/officeDocument/2006/relationships/notesSlide" Target="/ppt/notesSlides/notesSlide1.xml" Id="R3493874b099044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81ffae6408f4427" /><Relationship Type="http://schemas.openxmlformats.org/officeDocument/2006/relationships/notesSlide" Target="/ppt/notesSlides/notesSlide2.xml" Id="Rbd94a917b9bb4f31" /></Relationships>
</file>

<file path=ppt/slides/slide1.xml><?xml version="1.0" encoding="utf-8"?>
<p:sld xmlns:p="http://schemas.openxmlformats.org/presentationml/2006/main">
  <p:cSld>
    <p:bg>
      <p:bgPr>
        <a:solidFill xmlns:a="http://schemas.openxmlformats.org/drawingml/2006/main">
          <a:srgbClr val="103E49"/>
        </a:solidFill>
      </p:bgPr>
    </p:bg>
    <p:spTree>
      <p:nvGrpSpPr>
        <p:cNvPr id="1" name=""/>
        <p:cNvGrpSpPr/>
        <p:nvPr/>
      </p:nvGrpSpPr>
      <p:grpSpPr>
        <a:xfrm xmlns:a="http://schemas.openxmlformats.org/drawingml/2006/main"/>
      </p:grpSpPr>
      <p:sp>
        <p:nvSpPr>
          <p:cNvPr id="14" name="title">
            <a:extLst xmlns:a="http://schemas.openxmlformats.org/drawingml/2006/main">
              <a:ext uri="{FF2B5EF4-FFF2-40B4-BE49-F238E27FC236}">
                <a16:creationId xmlns:a16="http://schemas.microsoft.com/office/drawing/2014/main" id="{A11C3083-158E-4337-ADD3-CDED7CFFD376}"/>
              </a:ext>
            </a:extLst>
          </p:cNvPr>
          <p:cNvSpPr>
            <a:spLocks xmlns:a="http://schemas.openxmlformats.org/drawingml/2006/main" noGrp="1"/>
          </p:cNvSpPr>
          <p:nvPr/>
        </p:nvSpPr>
        <p:spPr>
          <a:xfrm xmlns:a="http://schemas.openxmlformats.org/drawingml/2006/main">
            <a:off x="609600" y="4191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3600" b="1">
                <a:solidFill>
                  <a:srgbClr val="F7F5E9"/>
                </a:solidFill>
                <a:latin typeface="Calibri"/>
                <a:ea typeface="Calibri"/>
                <a:cs typeface="Calibri"/>
              </a:defRPr>
            </a:defPPr>
            <a:lvl1pPr>
              <a:defRPr sz="3600" b="1">
                <a:solidFill>
                  <a:srgbClr val="F7F5E9"/>
                </a:solidFill>
                <a:latin typeface="Calibri"/>
                <a:ea typeface="Calibri"/>
                <a:cs typeface="Calibri"/>
              </a:defRPr>
            </a:lvl1pPr>
            <a:lvl2pPr>
              <a:defRPr sz="3600" b="1">
                <a:solidFill>
                  <a:srgbClr val="F7F5E9"/>
                </a:solidFill>
                <a:latin typeface="Calibri"/>
                <a:ea typeface="Calibri"/>
                <a:cs typeface="Calibri"/>
              </a:defRPr>
            </a:lvl2pPr>
            <a:lvl3pPr>
              <a:defRPr sz="3600" b="1">
                <a:solidFill>
                  <a:srgbClr val="F7F5E9"/>
                </a:solidFill>
                <a:latin typeface="Calibri"/>
                <a:ea typeface="Calibri"/>
                <a:cs typeface="Calibri"/>
              </a:defRPr>
            </a:lvl3pPr>
            <a:lvl4pPr>
              <a:defRPr sz="3600" b="1">
                <a:solidFill>
                  <a:srgbClr val="F7F5E9"/>
                </a:solidFill>
                <a:latin typeface="Calibri"/>
                <a:ea typeface="Calibri"/>
                <a:cs typeface="Calibri"/>
              </a:defRPr>
            </a:lvl4pPr>
            <a:lvl5pPr>
              <a:defRPr sz="3600" b="1">
                <a:solidFill>
                  <a:srgbClr val="F7F5E9"/>
                </a:solidFill>
                <a:latin typeface="Calibri"/>
                <a:ea typeface="Calibri"/>
                <a:cs typeface="Calibri"/>
              </a:defRPr>
            </a:lvl5pPr>
            <a:lvl6pPr>
              <a:defRPr sz="3600" b="1">
                <a:solidFill>
                  <a:srgbClr val="F7F5E9"/>
                </a:solidFill>
                <a:latin typeface="Calibri"/>
                <a:ea typeface="Calibri"/>
                <a:cs typeface="Calibri"/>
              </a:defRPr>
            </a:lvl6pPr>
            <a:lvl7pPr>
              <a:defRPr sz="3600" b="1">
                <a:solidFill>
                  <a:srgbClr val="F7F5E9"/>
                </a:solidFill>
                <a:latin typeface="Calibri"/>
                <a:ea typeface="Calibri"/>
                <a:cs typeface="Calibri"/>
              </a:defRPr>
            </a:lvl7pPr>
            <a:lvl8pPr>
              <a:defRPr sz="3600" b="1">
                <a:solidFill>
                  <a:srgbClr val="F7F5E9"/>
                </a:solidFill>
                <a:latin typeface="Calibri"/>
                <a:ea typeface="Calibri"/>
                <a:cs typeface="Calibri"/>
              </a:defRPr>
            </a:lvl8pPr>
            <a:lvl9pPr>
              <a:defRPr sz="3600" b="1">
                <a:solidFill>
                  <a:srgbClr val="F7F5E9"/>
                </a:solidFill>
                <a:latin typeface="Calibri"/>
                <a:ea typeface="Calibri"/>
                <a:cs typeface="Calibri"/>
              </a:defRPr>
            </a:lvl9pPr>
          </a:lstStyle>
          <a:p xmlns:a="http://schemas.openxmlformats.org/drawingml/2006/main">
            <a:pPr>
              <a:defRPr sz="3600" b="1">
                <a:solidFill>
                  <a:srgbClr val="F7F5E9"/>
                </a:solidFill>
                <a:latin typeface="Calibri"/>
                <a:ea typeface="Calibri"/>
                <a:cs typeface="Calibri"/>
              </a:defRPr>
            </a:pPr>
            <a:r>
              <a:rPr sz="3600" b="1">
                <a:solidFill>
                  <a:srgbClr val="F7F5E9"/>
                </a:solidFill>
                <a:latin typeface="Calibri"/>
                <a:ea typeface="Calibri"/>
                <a:cs typeface="Calibri"/>
              </a:rPr>
              <a:t>Deep learning &amp; automatic feature creation</a:t>
            </a:r>
          </a:p>
        </p:txBody>
      </p:sp>
      <p:sp>
        <p:nvSpPr>
          <p:cNvPr id="2" name="subtitle">
            <a:extLst xmlns:a="http://schemas.openxmlformats.org/drawingml/2006/main">
              <a:ext uri="{FF2B5EF4-FFF2-40B4-BE49-F238E27FC236}">
                <a16:creationId xmlns:a16="http://schemas.microsoft.com/office/drawing/2014/main" id="{E7C45884-5A6E-45E4-AEE8-8411EA14B8EF}"/>
              </a:ext>
            </a:extLst>
          </p:cNvPr>
          <p:cNvSpPr>
            <a:spLocks xmlns:a="http://schemas.openxmlformats.org/drawingml/2006/main" noGrp="1"/>
          </p:cNvSpPr>
          <p:nvPr/>
        </p:nvSpPr>
        <p:spPr>
          <a:xfrm xmlns:a="http://schemas.openxmlformats.org/drawingml/2006/main">
            <a:off x="609600" y="113347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950" b="0">
                <a:solidFill>
                  <a:srgbClr val="CDE1DF"/>
                </a:solidFill>
                <a:latin typeface="Calibri"/>
                <a:ea typeface="Calibri"/>
                <a:cs typeface="Calibri"/>
              </a:defRPr>
            </a:defPPr>
            <a:lvl1pPr>
              <a:defRPr sz="1950" b="0">
                <a:solidFill>
                  <a:srgbClr val="CDE1DF"/>
                </a:solidFill>
                <a:latin typeface="Calibri"/>
                <a:ea typeface="Calibri"/>
                <a:cs typeface="Calibri"/>
              </a:defRPr>
            </a:lvl1pPr>
            <a:lvl2pPr>
              <a:defRPr sz="1950" b="0">
                <a:solidFill>
                  <a:srgbClr val="CDE1DF"/>
                </a:solidFill>
                <a:latin typeface="Calibri"/>
                <a:ea typeface="Calibri"/>
                <a:cs typeface="Calibri"/>
              </a:defRPr>
            </a:lvl2pPr>
            <a:lvl3pPr>
              <a:defRPr sz="1950" b="0">
                <a:solidFill>
                  <a:srgbClr val="CDE1DF"/>
                </a:solidFill>
                <a:latin typeface="Calibri"/>
                <a:ea typeface="Calibri"/>
                <a:cs typeface="Calibri"/>
              </a:defRPr>
            </a:lvl3pPr>
            <a:lvl4pPr>
              <a:defRPr sz="1950" b="0">
                <a:solidFill>
                  <a:srgbClr val="CDE1DF"/>
                </a:solidFill>
                <a:latin typeface="Calibri"/>
                <a:ea typeface="Calibri"/>
                <a:cs typeface="Calibri"/>
              </a:defRPr>
            </a:lvl4pPr>
            <a:lvl5pPr>
              <a:defRPr sz="1950" b="0">
                <a:solidFill>
                  <a:srgbClr val="CDE1DF"/>
                </a:solidFill>
                <a:latin typeface="Calibri"/>
                <a:ea typeface="Calibri"/>
                <a:cs typeface="Calibri"/>
              </a:defRPr>
            </a:lvl5pPr>
            <a:lvl6pPr>
              <a:defRPr sz="1950" b="0">
                <a:solidFill>
                  <a:srgbClr val="CDE1DF"/>
                </a:solidFill>
                <a:latin typeface="Calibri"/>
                <a:ea typeface="Calibri"/>
                <a:cs typeface="Calibri"/>
              </a:defRPr>
            </a:lvl6pPr>
            <a:lvl7pPr>
              <a:defRPr sz="1950" b="0">
                <a:solidFill>
                  <a:srgbClr val="CDE1DF"/>
                </a:solidFill>
                <a:latin typeface="Calibri"/>
                <a:ea typeface="Calibri"/>
                <a:cs typeface="Calibri"/>
              </a:defRPr>
            </a:lvl7pPr>
            <a:lvl8pPr>
              <a:defRPr sz="1950" b="0">
                <a:solidFill>
                  <a:srgbClr val="CDE1DF"/>
                </a:solidFill>
                <a:latin typeface="Calibri"/>
                <a:ea typeface="Calibri"/>
                <a:cs typeface="Calibri"/>
              </a:defRPr>
            </a:lvl8pPr>
            <a:lvl9pPr>
              <a:defRPr sz="1950" b="0">
                <a:solidFill>
                  <a:srgbClr val="CDE1DF"/>
                </a:solidFill>
                <a:latin typeface="Calibri"/>
                <a:ea typeface="Calibri"/>
                <a:cs typeface="Calibri"/>
              </a:defRPr>
            </a:lvl9pPr>
          </a:lstStyle>
          <a:p xmlns:a="http://schemas.openxmlformats.org/drawingml/2006/main">
            <a:pPr>
              <a:defRPr sz="1950" b="0">
                <a:solidFill>
                  <a:srgbClr val="CDE1DF"/>
                </a:solidFill>
                <a:latin typeface="Calibri"/>
                <a:ea typeface="Calibri"/>
                <a:cs typeface="Calibri"/>
              </a:defRPr>
            </a:pPr>
            <a:r>
              <a:rPr sz="1950" b="0">
                <a:solidFill>
                  <a:srgbClr val="CDE1DF"/>
                </a:solidFill>
                <a:latin typeface="Calibri"/>
                <a:ea typeface="Calibri"/>
                <a:cs typeface="Calibri"/>
              </a:rPr>
              <a:t>Current pilot: predict first advanced-therapy initiation within 90 days</a:t>
            </a:r>
          </a:p>
          <a:p xmlns:a="http://schemas.openxmlformats.org/drawingml/2006/main">
            <a:pPr>
              <a:defRPr sz="1950" b="0">
                <a:solidFill>
                  <a:srgbClr val="CDE1DF"/>
                </a:solidFill>
                <a:latin typeface="Calibri"/>
                <a:ea typeface="Calibri"/>
                <a:cs typeface="Calibri"/>
              </a:defRPr>
            </a:pPr>
            <a:r>
              <a:rPr sz="1950" b="0">
                <a:solidFill>
                  <a:srgbClr val="CDE1DF"/>
                </a:solidFill>
                <a:latin typeface="Calibri"/>
                <a:ea typeface="Calibri"/>
                <a:cs typeface="Calibri"/>
              </a:rPr>
              <a:t>for people with narcolepsy type 1.</a:t>
            </a:r>
          </a:p>
        </p:txBody>
      </p:sp>
      <p:pic>
        <p:nvPicPr>
          <p:cNvPr id="3" name="">
            <a:extLst xmlns:a="http://schemas.openxmlformats.org/drawingml/2006/main">
              <a:ext uri="{FF2B5EF4-FFF2-40B4-BE49-F238E27FC236}">
                <a16:creationId xmlns:a16="http://schemas.microsoft.com/office/drawing/2014/main" id="{5E7EAFF8-7F90-4042-818B-BB2EF98BD4D0}"/>
              </a:ext>
            </a:extLst>
          </p:cNvPr>
          <p:cNvPicPr>
            <a:picLocks xmlns:a="http://schemas.openxmlformats.org/drawingml/2006/main" noChangeAspect="1"/>
          </p:cNvPicPr>
          <p:nvPr/>
        </p:nvPicPr>
        <p:blipFill>
          <a:blip xmlns:r="http://schemas.openxmlformats.org/officeDocument/2006/relationships" xmlns:a="http://schemas.openxmlformats.org/drawingml/2006/main" r:embed="Ra0d949fbaac54aba"/>
          <a:srcRect xmlns:a="http://schemas.openxmlformats.org/drawingml/2006/main" l="0" t="18711" r="0" b="18711"/>
          <a:stretch xmlns:a="http://schemas.openxmlformats.org/drawingml/2006/main">
            <a:fillRect l="0" t="0" r="0" b="0"/>
          </a:stretch>
        </p:blipFill>
        <p:spPr>
          <a:xfrm xmlns:a="http://schemas.openxmlformats.org/drawingml/2006/main">
            <a:off x="0" y="1781175"/>
            <a:ext cx="12192000" cy="2543175"/>
          </a:xfrm>
          <a:prstGeom xmlns:a="http://schemas.openxmlformats.org/drawingml/2006/main" prst="rect">
            <a:avLst/>
          </a:prstGeom>
        </p:spPr>
      </p:pic>
      <p:sp>
        <p:nvSpPr>
          <p:cNvPr id="4" name="stage-1">
            <a:extLst xmlns:a="http://schemas.openxmlformats.org/drawingml/2006/main">
              <a:ext uri="{FF2B5EF4-FFF2-40B4-BE49-F238E27FC236}">
                <a16:creationId xmlns:a16="http://schemas.microsoft.com/office/drawing/2014/main" id="{1A1BBF03-5BB9-4900-AAB4-DDD995E88DE5}"/>
              </a:ext>
            </a:extLst>
          </p:cNvPr>
          <p:cNvSpPr>
            <a:spLocks xmlns:a="http://schemas.openxmlformats.org/drawingml/2006/main" noGrp="1"/>
          </p:cNvSpPr>
          <p:nvPr/>
        </p:nvSpPr>
        <p:spPr>
          <a:xfrm xmlns:a="http://schemas.openxmlformats.org/drawingml/2006/main">
            <a:off x="609600" y="4410075"/>
            <a:ext cx="3257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2175" b="1">
                <a:solidFill>
                  <a:srgbClr val="E5C989"/>
                </a:solidFill>
                <a:latin typeface="Calibri"/>
                <a:ea typeface="Calibri"/>
                <a:cs typeface="Calibri"/>
              </a:defRPr>
            </a:defPPr>
            <a:lvl1pPr>
              <a:defRPr sz="2175" b="1">
                <a:solidFill>
                  <a:srgbClr val="E5C989"/>
                </a:solidFill>
                <a:latin typeface="Calibri"/>
                <a:ea typeface="Calibri"/>
                <a:cs typeface="Calibri"/>
              </a:defRPr>
            </a:lvl1pPr>
            <a:lvl2pPr>
              <a:defRPr sz="2175" b="1">
                <a:solidFill>
                  <a:srgbClr val="E5C989"/>
                </a:solidFill>
                <a:latin typeface="Calibri"/>
                <a:ea typeface="Calibri"/>
                <a:cs typeface="Calibri"/>
              </a:defRPr>
            </a:lvl2pPr>
            <a:lvl3pPr>
              <a:defRPr sz="2175" b="1">
                <a:solidFill>
                  <a:srgbClr val="E5C989"/>
                </a:solidFill>
                <a:latin typeface="Calibri"/>
                <a:ea typeface="Calibri"/>
                <a:cs typeface="Calibri"/>
              </a:defRPr>
            </a:lvl3pPr>
            <a:lvl4pPr>
              <a:defRPr sz="2175" b="1">
                <a:solidFill>
                  <a:srgbClr val="E5C989"/>
                </a:solidFill>
                <a:latin typeface="Calibri"/>
                <a:ea typeface="Calibri"/>
                <a:cs typeface="Calibri"/>
              </a:defRPr>
            </a:lvl4pPr>
            <a:lvl5pPr>
              <a:defRPr sz="2175" b="1">
                <a:solidFill>
                  <a:srgbClr val="E5C989"/>
                </a:solidFill>
                <a:latin typeface="Calibri"/>
                <a:ea typeface="Calibri"/>
                <a:cs typeface="Calibri"/>
              </a:defRPr>
            </a:lvl5pPr>
            <a:lvl6pPr>
              <a:defRPr sz="2175" b="1">
                <a:solidFill>
                  <a:srgbClr val="E5C989"/>
                </a:solidFill>
                <a:latin typeface="Calibri"/>
                <a:ea typeface="Calibri"/>
                <a:cs typeface="Calibri"/>
              </a:defRPr>
            </a:lvl6pPr>
            <a:lvl7pPr>
              <a:defRPr sz="2175" b="1">
                <a:solidFill>
                  <a:srgbClr val="E5C989"/>
                </a:solidFill>
                <a:latin typeface="Calibri"/>
                <a:ea typeface="Calibri"/>
                <a:cs typeface="Calibri"/>
              </a:defRPr>
            </a:lvl7pPr>
            <a:lvl8pPr>
              <a:defRPr sz="2175" b="1">
                <a:solidFill>
                  <a:srgbClr val="E5C989"/>
                </a:solidFill>
                <a:latin typeface="Calibri"/>
                <a:ea typeface="Calibri"/>
                <a:cs typeface="Calibri"/>
              </a:defRPr>
            </a:lvl8pPr>
            <a:lvl9pPr>
              <a:defRPr sz="2175" b="1">
                <a:solidFill>
                  <a:srgbClr val="E5C989"/>
                </a:solidFill>
                <a:latin typeface="Calibri"/>
                <a:ea typeface="Calibri"/>
                <a:cs typeface="Calibri"/>
              </a:defRPr>
            </a:lvl9pPr>
          </a:lstStyle>
          <a:p xmlns:a="http://schemas.openxmlformats.org/drawingml/2006/main">
            <a:pPr>
              <a:defRPr sz="2175" b="1">
                <a:solidFill>
                  <a:srgbClr val="E5C989"/>
                </a:solidFill>
                <a:latin typeface="Calibri"/>
                <a:ea typeface="Calibri"/>
                <a:cs typeface="Calibri"/>
              </a:defRPr>
            </a:pPr>
            <a:r>
              <a:rPr sz="2175" b="1">
                <a:solidFill>
                  <a:srgbClr val="E5C989"/>
                </a:solidFill>
                <a:latin typeface="Calibri"/>
                <a:ea typeface="Calibri"/>
                <a:cs typeface="Calibri"/>
              </a:rPr>
              <a:t>Historical records</a:t>
            </a:r>
          </a:p>
        </p:txBody>
      </p:sp>
      <p:sp>
        <p:nvSpPr>
          <p:cNvPr id="5" name="description-1">
            <a:extLst xmlns:a="http://schemas.openxmlformats.org/drawingml/2006/main">
              <a:ext uri="{FF2B5EF4-FFF2-40B4-BE49-F238E27FC236}">
                <a16:creationId xmlns:a16="http://schemas.microsoft.com/office/drawing/2014/main" id="{C8A55750-03B6-4C87-86E3-5A4D73C4C10E}"/>
              </a:ext>
            </a:extLst>
          </p:cNvPr>
          <p:cNvSpPr>
            <a:spLocks xmlns:a="http://schemas.openxmlformats.org/drawingml/2006/main" noGrp="1"/>
          </p:cNvSpPr>
          <p:nvPr/>
        </p:nvSpPr>
        <p:spPr>
          <a:xfrm xmlns:a="http://schemas.openxmlformats.org/drawingml/2006/main">
            <a:off x="609600" y="4838700"/>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725" b="0">
                <a:solidFill>
                  <a:srgbClr val="F7F5E9"/>
                </a:solidFill>
                <a:latin typeface="Calibri"/>
                <a:ea typeface="Calibri"/>
                <a:cs typeface="Calibri"/>
              </a:defRPr>
            </a:defPPr>
            <a:lvl1pPr>
              <a:defRPr sz="1725" b="0">
                <a:solidFill>
                  <a:srgbClr val="F7F5E9"/>
                </a:solidFill>
                <a:latin typeface="Calibri"/>
                <a:ea typeface="Calibri"/>
                <a:cs typeface="Calibri"/>
              </a:defRPr>
            </a:lvl1pPr>
            <a:lvl2pPr>
              <a:defRPr sz="1725" b="0">
                <a:solidFill>
                  <a:srgbClr val="F7F5E9"/>
                </a:solidFill>
                <a:latin typeface="Calibri"/>
                <a:ea typeface="Calibri"/>
                <a:cs typeface="Calibri"/>
              </a:defRPr>
            </a:lvl2pPr>
            <a:lvl3pPr>
              <a:defRPr sz="1725" b="0">
                <a:solidFill>
                  <a:srgbClr val="F7F5E9"/>
                </a:solidFill>
                <a:latin typeface="Calibri"/>
                <a:ea typeface="Calibri"/>
                <a:cs typeface="Calibri"/>
              </a:defRPr>
            </a:lvl3pPr>
            <a:lvl4pPr>
              <a:defRPr sz="1725" b="0">
                <a:solidFill>
                  <a:srgbClr val="F7F5E9"/>
                </a:solidFill>
                <a:latin typeface="Calibri"/>
                <a:ea typeface="Calibri"/>
                <a:cs typeface="Calibri"/>
              </a:defRPr>
            </a:lvl4pPr>
            <a:lvl5pPr>
              <a:defRPr sz="1725" b="0">
                <a:solidFill>
                  <a:srgbClr val="F7F5E9"/>
                </a:solidFill>
                <a:latin typeface="Calibri"/>
                <a:ea typeface="Calibri"/>
                <a:cs typeface="Calibri"/>
              </a:defRPr>
            </a:lvl5pPr>
            <a:lvl6pPr>
              <a:defRPr sz="1725" b="0">
                <a:solidFill>
                  <a:srgbClr val="F7F5E9"/>
                </a:solidFill>
                <a:latin typeface="Calibri"/>
                <a:ea typeface="Calibri"/>
                <a:cs typeface="Calibri"/>
              </a:defRPr>
            </a:lvl6pPr>
            <a:lvl7pPr>
              <a:defRPr sz="1725" b="0">
                <a:solidFill>
                  <a:srgbClr val="F7F5E9"/>
                </a:solidFill>
                <a:latin typeface="Calibri"/>
                <a:ea typeface="Calibri"/>
                <a:cs typeface="Calibri"/>
              </a:defRPr>
            </a:lvl7pPr>
            <a:lvl8pPr>
              <a:defRPr sz="1725" b="0">
                <a:solidFill>
                  <a:srgbClr val="F7F5E9"/>
                </a:solidFill>
                <a:latin typeface="Calibri"/>
                <a:ea typeface="Calibri"/>
                <a:cs typeface="Calibri"/>
              </a:defRPr>
            </a:lvl8pPr>
            <a:lvl9pPr>
              <a:defRPr sz="1725" b="0">
                <a:solidFill>
                  <a:srgbClr val="F7F5E9"/>
                </a:solidFill>
                <a:latin typeface="Calibri"/>
                <a:ea typeface="Calibri"/>
                <a:cs typeface="Calibri"/>
              </a:defRPr>
            </a:lvl9pPr>
          </a:lstStyle>
          <a:p xmlns:a="http://schemas.openxmlformats.org/drawingml/2006/main">
            <a:pPr>
              <a:defRPr sz="1725" b="0">
                <a:solidFill>
                  <a:srgbClr val="F7F5E9"/>
                </a:solidFill>
                <a:latin typeface="Calibri"/>
                <a:ea typeface="Calibri"/>
                <a:cs typeface="Calibri"/>
              </a:defRPr>
            </a:pPr>
            <a:r>
              <a:rPr sz="1725" b="0">
                <a:solidFill>
                  <a:srgbClr val="F7F5E9"/>
                </a:solidFill>
                <a:latin typeface="Calibri"/>
                <a:ea typeface="Calibri"/>
                <a:cs typeface="Calibri"/>
              </a:rPr>
              <a:t>Monthly diagnoses, procedures</a:t>
            </a:r>
          </a:p>
          <a:p xmlns:a="http://schemas.openxmlformats.org/drawingml/2006/main">
            <a:pPr>
              <a:defRPr sz="1725" b="0">
                <a:solidFill>
                  <a:srgbClr val="F7F5E9"/>
                </a:solidFill>
                <a:latin typeface="Calibri"/>
                <a:ea typeface="Calibri"/>
                <a:cs typeface="Calibri"/>
              </a:defRPr>
            </a:pPr>
            <a:r>
              <a:rPr sz="1725" b="0">
                <a:solidFill>
                  <a:srgbClr val="F7F5E9"/>
                </a:solidFill>
                <a:latin typeface="Calibri"/>
                <a:ea typeface="Calibri"/>
                <a:cs typeface="Calibri"/>
              </a:rPr>
              <a:t>and medicines form a sequence.</a:t>
            </a:r>
          </a:p>
        </p:txBody>
      </p:sp>
      <p:sp>
        <p:nvSpPr>
          <p:cNvPr id="6" name="stage-2">
            <a:extLst xmlns:a="http://schemas.openxmlformats.org/drawingml/2006/main">
              <a:ext uri="{FF2B5EF4-FFF2-40B4-BE49-F238E27FC236}">
                <a16:creationId xmlns:a16="http://schemas.microsoft.com/office/drawing/2014/main" id="{E53BBB0B-4461-4540-BCF2-447E65994B7F}"/>
              </a:ext>
            </a:extLst>
          </p:cNvPr>
          <p:cNvSpPr>
            <a:spLocks xmlns:a="http://schemas.openxmlformats.org/drawingml/2006/main" noGrp="1"/>
          </p:cNvSpPr>
          <p:nvPr/>
        </p:nvSpPr>
        <p:spPr>
          <a:xfrm xmlns:a="http://schemas.openxmlformats.org/drawingml/2006/main">
            <a:off x="4572000" y="4410075"/>
            <a:ext cx="3257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2175" b="1">
                <a:solidFill>
                  <a:srgbClr val="E5C989"/>
                </a:solidFill>
                <a:latin typeface="Calibri"/>
                <a:ea typeface="Calibri"/>
                <a:cs typeface="Calibri"/>
              </a:defRPr>
            </a:defPPr>
            <a:lvl1pPr>
              <a:defRPr sz="2175" b="1">
                <a:solidFill>
                  <a:srgbClr val="E5C989"/>
                </a:solidFill>
                <a:latin typeface="Calibri"/>
                <a:ea typeface="Calibri"/>
                <a:cs typeface="Calibri"/>
              </a:defRPr>
            </a:lvl1pPr>
            <a:lvl2pPr>
              <a:defRPr sz="2175" b="1">
                <a:solidFill>
                  <a:srgbClr val="E5C989"/>
                </a:solidFill>
                <a:latin typeface="Calibri"/>
                <a:ea typeface="Calibri"/>
                <a:cs typeface="Calibri"/>
              </a:defRPr>
            </a:lvl2pPr>
            <a:lvl3pPr>
              <a:defRPr sz="2175" b="1">
                <a:solidFill>
                  <a:srgbClr val="E5C989"/>
                </a:solidFill>
                <a:latin typeface="Calibri"/>
                <a:ea typeface="Calibri"/>
                <a:cs typeface="Calibri"/>
              </a:defRPr>
            </a:lvl3pPr>
            <a:lvl4pPr>
              <a:defRPr sz="2175" b="1">
                <a:solidFill>
                  <a:srgbClr val="E5C989"/>
                </a:solidFill>
                <a:latin typeface="Calibri"/>
                <a:ea typeface="Calibri"/>
                <a:cs typeface="Calibri"/>
              </a:defRPr>
            </a:lvl4pPr>
            <a:lvl5pPr>
              <a:defRPr sz="2175" b="1">
                <a:solidFill>
                  <a:srgbClr val="E5C989"/>
                </a:solidFill>
                <a:latin typeface="Calibri"/>
                <a:ea typeface="Calibri"/>
                <a:cs typeface="Calibri"/>
              </a:defRPr>
            </a:lvl5pPr>
            <a:lvl6pPr>
              <a:defRPr sz="2175" b="1">
                <a:solidFill>
                  <a:srgbClr val="E5C989"/>
                </a:solidFill>
                <a:latin typeface="Calibri"/>
                <a:ea typeface="Calibri"/>
                <a:cs typeface="Calibri"/>
              </a:defRPr>
            </a:lvl6pPr>
            <a:lvl7pPr>
              <a:defRPr sz="2175" b="1">
                <a:solidFill>
                  <a:srgbClr val="E5C989"/>
                </a:solidFill>
                <a:latin typeface="Calibri"/>
                <a:ea typeface="Calibri"/>
                <a:cs typeface="Calibri"/>
              </a:defRPr>
            </a:lvl7pPr>
            <a:lvl8pPr>
              <a:defRPr sz="2175" b="1">
                <a:solidFill>
                  <a:srgbClr val="E5C989"/>
                </a:solidFill>
                <a:latin typeface="Calibri"/>
                <a:ea typeface="Calibri"/>
                <a:cs typeface="Calibri"/>
              </a:defRPr>
            </a:lvl8pPr>
            <a:lvl9pPr>
              <a:defRPr sz="2175" b="1">
                <a:solidFill>
                  <a:srgbClr val="E5C989"/>
                </a:solidFill>
                <a:latin typeface="Calibri"/>
                <a:ea typeface="Calibri"/>
                <a:cs typeface="Calibri"/>
              </a:defRPr>
            </a:lvl9pPr>
          </a:lstStyle>
          <a:p xmlns:a="http://schemas.openxmlformats.org/drawingml/2006/main">
            <a:pPr>
              <a:defRPr sz="2175" b="1">
                <a:solidFill>
                  <a:srgbClr val="E5C989"/>
                </a:solidFill>
                <a:latin typeface="Calibri"/>
                <a:ea typeface="Calibri"/>
                <a:cs typeface="Calibri"/>
              </a:defRPr>
            </a:pPr>
            <a:r>
              <a:rPr sz="2175" b="1">
                <a:solidFill>
                  <a:srgbClr val="E5C989"/>
                </a:solidFill>
                <a:latin typeface="Calibri"/>
                <a:ea typeface="Calibri"/>
                <a:cs typeface="Calibri"/>
              </a:rPr>
              <a:t>Automatic features</a:t>
            </a:r>
          </a:p>
        </p:txBody>
      </p:sp>
      <p:sp>
        <p:nvSpPr>
          <p:cNvPr id="7" name="description-2">
            <a:extLst xmlns:a="http://schemas.openxmlformats.org/drawingml/2006/main">
              <a:ext uri="{FF2B5EF4-FFF2-40B4-BE49-F238E27FC236}">
                <a16:creationId xmlns:a16="http://schemas.microsoft.com/office/drawing/2014/main" id="{AA5E6C35-1B8F-419C-BCE4-762E7CCFF60F}"/>
              </a:ext>
            </a:extLst>
          </p:cNvPr>
          <p:cNvSpPr>
            <a:spLocks xmlns:a="http://schemas.openxmlformats.org/drawingml/2006/main" noGrp="1"/>
          </p:cNvSpPr>
          <p:nvPr/>
        </p:nvSpPr>
        <p:spPr>
          <a:xfrm xmlns:a="http://schemas.openxmlformats.org/drawingml/2006/main">
            <a:off x="4572000" y="4838700"/>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725" b="0">
                <a:solidFill>
                  <a:srgbClr val="F7F5E9"/>
                </a:solidFill>
                <a:latin typeface="Calibri"/>
                <a:ea typeface="Calibri"/>
                <a:cs typeface="Calibri"/>
              </a:defRPr>
            </a:defPPr>
            <a:lvl1pPr>
              <a:defRPr sz="1725" b="0">
                <a:solidFill>
                  <a:srgbClr val="F7F5E9"/>
                </a:solidFill>
                <a:latin typeface="Calibri"/>
                <a:ea typeface="Calibri"/>
                <a:cs typeface="Calibri"/>
              </a:defRPr>
            </a:lvl1pPr>
            <a:lvl2pPr>
              <a:defRPr sz="1725" b="0">
                <a:solidFill>
                  <a:srgbClr val="F7F5E9"/>
                </a:solidFill>
                <a:latin typeface="Calibri"/>
                <a:ea typeface="Calibri"/>
                <a:cs typeface="Calibri"/>
              </a:defRPr>
            </a:lvl2pPr>
            <a:lvl3pPr>
              <a:defRPr sz="1725" b="0">
                <a:solidFill>
                  <a:srgbClr val="F7F5E9"/>
                </a:solidFill>
                <a:latin typeface="Calibri"/>
                <a:ea typeface="Calibri"/>
                <a:cs typeface="Calibri"/>
              </a:defRPr>
            </a:lvl3pPr>
            <a:lvl4pPr>
              <a:defRPr sz="1725" b="0">
                <a:solidFill>
                  <a:srgbClr val="F7F5E9"/>
                </a:solidFill>
                <a:latin typeface="Calibri"/>
                <a:ea typeface="Calibri"/>
                <a:cs typeface="Calibri"/>
              </a:defRPr>
            </a:lvl4pPr>
            <a:lvl5pPr>
              <a:defRPr sz="1725" b="0">
                <a:solidFill>
                  <a:srgbClr val="F7F5E9"/>
                </a:solidFill>
                <a:latin typeface="Calibri"/>
                <a:ea typeface="Calibri"/>
                <a:cs typeface="Calibri"/>
              </a:defRPr>
            </a:lvl5pPr>
            <a:lvl6pPr>
              <a:defRPr sz="1725" b="0">
                <a:solidFill>
                  <a:srgbClr val="F7F5E9"/>
                </a:solidFill>
                <a:latin typeface="Calibri"/>
                <a:ea typeface="Calibri"/>
                <a:cs typeface="Calibri"/>
              </a:defRPr>
            </a:lvl6pPr>
            <a:lvl7pPr>
              <a:defRPr sz="1725" b="0">
                <a:solidFill>
                  <a:srgbClr val="F7F5E9"/>
                </a:solidFill>
                <a:latin typeface="Calibri"/>
                <a:ea typeface="Calibri"/>
                <a:cs typeface="Calibri"/>
              </a:defRPr>
            </a:lvl7pPr>
            <a:lvl8pPr>
              <a:defRPr sz="1725" b="0">
                <a:solidFill>
                  <a:srgbClr val="F7F5E9"/>
                </a:solidFill>
                <a:latin typeface="Calibri"/>
                <a:ea typeface="Calibri"/>
                <a:cs typeface="Calibri"/>
              </a:defRPr>
            </a:lvl8pPr>
            <a:lvl9pPr>
              <a:defRPr sz="1725" b="0">
                <a:solidFill>
                  <a:srgbClr val="F7F5E9"/>
                </a:solidFill>
                <a:latin typeface="Calibri"/>
                <a:ea typeface="Calibri"/>
                <a:cs typeface="Calibri"/>
              </a:defRPr>
            </a:lvl9pPr>
          </a:lstStyle>
          <a:p xmlns:a="http://schemas.openxmlformats.org/drawingml/2006/main">
            <a:pPr>
              <a:defRPr sz="1725" b="0">
                <a:solidFill>
                  <a:srgbClr val="F7F5E9"/>
                </a:solidFill>
                <a:latin typeface="Calibri"/>
                <a:ea typeface="Calibri"/>
                <a:cs typeface="Calibri"/>
              </a:defRPr>
            </a:pPr>
            <a:r>
              <a:rPr sz="1725" b="0">
                <a:solidFill>
                  <a:srgbClr val="F7F5E9"/>
                </a:solidFill>
                <a:latin typeface="Calibri"/>
                <a:ea typeface="Calibri"/>
                <a:cs typeface="Calibri"/>
              </a:rPr>
              <a:t>Create counts and recent-activity</a:t>
            </a:r>
          </a:p>
          <a:p xmlns:a="http://schemas.openxmlformats.org/drawingml/2006/main">
            <a:pPr>
              <a:defRPr sz="1725" b="0">
                <a:solidFill>
                  <a:srgbClr val="F7F5E9"/>
                </a:solidFill>
                <a:latin typeface="Calibri"/>
                <a:ea typeface="Calibri"/>
                <a:cs typeface="Calibri"/>
              </a:defRPr>
            </a:pPr>
            <a:r>
              <a:rPr sz="1725" b="0">
                <a:solidFill>
                  <a:srgbClr val="F7F5E9"/>
                </a:solidFill>
                <a:latin typeface="Calibri"/>
                <a:ea typeface="Calibri"/>
                <a:cs typeface="Calibri"/>
              </a:rPr>
              <a:t>shares. Select useful inputs.</a:t>
            </a:r>
          </a:p>
        </p:txBody>
      </p:sp>
      <p:sp>
        <p:nvSpPr>
          <p:cNvPr id="8" name="stage-3">
            <a:extLst xmlns:a="http://schemas.openxmlformats.org/drawingml/2006/main">
              <a:ext uri="{FF2B5EF4-FFF2-40B4-BE49-F238E27FC236}">
                <a16:creationId xmlns:a16="http://schemas.microsoft.com/office/drawing/2014/main" id="{0B5E1A66-4EB3-46DC-8A16-C0E7FB26A68F}"/>
              </a:ext>
            </a:extLst>
          </p:cNvPr>
          <p:cNvSpPr>
            <a:spLocks xmlns:a="http://schemas.openxmlformats.org/drawingml/2006/main" noGrp="1"/>
          </p:cNvSpPr>
          <p:nvPr/>
        </p:nvSpPr>
        <p:spPr>
          <a:xfrm xmlns:a="http://schemas.openxmlformats.org/drawingml/2006/main">
            <a:off x="8534400" y="4410075"/>
            <a:ext cx="3257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2175" b="1">
                <a:solidFill>
                  <a:srgbClr val="E5C989"/>
                </a:solidFill>
                <a:latin typeface="Calibri"/>
                <a:ea typeface="Calibri"/>
                <a:cs typeface="Calibri"/>
              </a:defRPr>
            </a:defPPr>
            <a:lvl1pPr>
              <a:defRPr sz="2175" b="1">
                <a:solidFill>
                  <a:srgbClr val="E5C989"/>
                </a:solidFill>
                <a:latin typeface="Calibri"/>
                <a:ea typeface="Calibri"/>
                <a:cs typeface="Calibri"/>
              </a:defRPr>
            </a:lvl1pPr>
            <a:lvl2pPr>
              <a:defRPr sz="2175" b="1">
                <a:solidFill>
                  <a:srgbClr val="E5C989"/>
                </a:solidFill>
                <a:latin typeface="Calibri"/>
                <a:ea typeface="Calibri"/>
                <a:cs typeface="Calibri"/>
              </a:defRPr>
            </a:lvl2pPr>
            <a:lvl3pPr>
              <a:defRPr sz="2175" b="1">
                <a:solidFill>
                  <a:srgbClr val="E5C989"/>
                </a:solidFill>
                <a:latin typeface="Calibri"/>
                <a:ea typeface="Calibri"/>
                <a:cs typeface="Calibri"/>
              </a:defRPr>
            </a:lvl3pPr>
            <a:lvl4pPr>
              <a:defRPr sz="2175" b="1">
                <a:solidFill>
                  <a:srgbClr val="E5C989"/>
                </a:solidFill>
                <a:latin typeface="Calibri"/>
                <a:ea typeface="Calibri"/>
                <a:cs typeface="Calibri"/>
              </a:defRPr>
            </a:lvl4pPr>
            <a:lvl5pPr>
              <a:defRPr sz="2175" b="1">
                <a:solidFill>
                  <a:srgbClr val="E5C989"/>
                </a:solidFill>
                <a:latin typeface="Calibri"/>
                <a:ea typeface="Calibri"/>
                <a:cs typeface="Calibri"/>
              </a:defRPr>
            </a:lvl5pPr>
            <a:lvl6pPr>
              <a:defRPr sz="2175" b="1">
                <a:solidFill>
                  <a:srgbClr val="E5C989"/>
                </a:solidFill>
                <a:latin typeface="Calibri"/>
                <a:ea typeface="Calibri"/>
                <a:cs typeface="Calibri"/>
              </a:defRPr>
            </a:lvl6pPr>
            <a:lvl7pPr>
              <a:defRPr sz="2175" b="1">
                <a:solidFill>
                  <a:srgbClr val="E5C989"/>
                </a:solidFill>
                <a:latin typeface="Calibri"/>
                <a:ea typeface="Calibri"/>
                <a:cs typeface="Calibri"/>
              </a:defRPr>
            </a:lvl7pPr>
            <a:lvl8pPr>
              <a:defRPr sz="2175" b="1">
                <a:solidFill>
                  <a:srgbClr val="E5C989"/>
                </a:solidFill>
                <a:latin typeface="Calibri"/>
                <a:ea typeface="Calibri"/>
                <a:cs typeface="Calibri"/>
              </a:defRPr>
            </a:lvl8pPr>
            <a:lvl9pPr>
              <a:defRPr sz="2175" b="1">
                <a:solidFill>
                  <a:srgbClr val="E5C989"/>
                </a:solidFill>
                <a:latin typeface="Calibri"/>
                <a:ea typeface="Calibri"/>
                <a:cs typeface="Calibri"/>
              </a:defRPr>
            </a:lvl9pPr>
          </a:lstStyle>
          <a:p xmlns:a="http://schemas.openxmlformats.org/drawingml/2006/main">
            <a:pPr>
              <a:defRPr sz="2175" b="1">
                <a:solidFill>
                  <a:srgbClr val="E5C989"/>
                </a:solidFill>
                <a:latin typeface="Calibri"/>
                <a:ea typeface="Calibri"/>
                <a:cs typeface="Calibri"/>
              </a:defRPr>
            </a:pPr>
            <a:r>
              <a:rPr sz="2175" b="1">
                <a:solidFill>
                  <a:srgbClr val="E5C989"/>
                </a:solidFill>
                <a:latin typeface="Calibri"/>
                <a:ea typeface="Calibri"/>
                <a:cs typeface="Calibri"/>
              </a:rPr>
              <a:t>Deep learning</a:t>
            </a:r>
          </a:p>
        </p:txBody>
      </p:sp>
      <p:sp>
        <p:nvSpPr>
          <p:cNvPr id="9" name="description-3">
            <a:extLst xmlns:a="http://schemas.openxmlformats.org/drawingml/2006/main">
              <a:ext uri="{FF2B5EF4-FFF2-40B4-BE49-F238E27FC236}">
                <a16:creationId xmlns:a16="http://schemas.microsoft.com/office/drawing/2014/main" id="{008AD518-2A49-4A89-B2D7-5A699E4AC31C}"/>
              </a:ext>
            </a:extLst>
          </p:cNvPr>
          <p:cNvSpPr>
            <a:spLocks xmlns:a="http://schemas.openxmlformats.org/drawingml/2006/main" noGrp="1"/>
          </p:cNvSpPr>
          <p:nvPr/>
        </p:nvSpPr>
        <p:spPr>
          <a:xfrm xmlns:a="http://schemas.openxmlformats.org/drawingml/2006/main">
            <a:off x="8534400" y="4838700"/>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725" b="0">
                <a:solidFill>
                  <a:srgbClr val="F7F5E9"/>
                </a:solidFill>
                <a:latin typeface="Calibri"/>
                <a:ea typeface="Calibri"/>
                <a:cs typeface="Calibri"/>
              </a:defRPr>
            </a:defPPr>
            <a:lvl1pPr>
              <a:defRPr sz="1725" b="0">
                <a:solidFill>
                  <a:srgbClr val="F7F5E9"/>
                </a:solidFill>
                <a:latin typeface="Calibri"/>
                <a:ea typeface="Calibri"/>
                <a:cs typeface="Calibri"/>
              </a:defRPr>
            </a:lvl1pPr>
            <a:lvl2pPr>
              <a:defRPr sz="1725" b="0">
                <a:solidFill>
                  <a:srgbClr val="F7F5E9"/>
                </a:solidFill>
                <a:latin typeface="Calibri"/>
                <a:ea typeface="Calibri"/>
                <a:cs typeface="Calibri"/>
              </a:defRPr>
            </a:lvl2pPr>
            <a:lvl3pPr>
              <a:defRPr sz="1725" b="0">
                <a:solidFill>
                  <a:srgbClr val="F7F5E9"/>
                </a:solidFill>
                <a:latin typeface="Calibri"/>
                <a:ea typeface="Calibri"/>
                <a:cs typeface="Calibri"/>
              </a:defRPr>
            </a:lvl3pPr>
            <a:lvl4pPr>
              <a:defRPr sz="1725" b="0">
                <a:solidFill>
                  <a:srgbClr val="F7F5E9"/>
                </a:solidFill>
                <a:latin typeface="Calibri"/>
                <a:ea typeface="Calibri"/>
                <a:cs typeface="Calibri"/>
              </a:defRPr>
            </a:lvl4pPr>
            <a:lvl5pPr>
              <a:defRPr sz="1725" b="0">
                <a:solidFill>
                  <a:srgbClr val="F7F5E9"/>
                </a:solidFill>
                <a:latin typeface="Calibri"/>
                <a:ea typeface="Calibri"/>
                <a:cs typeface="Calibri"/>
              </a:defRPr>
            </a:lvl5pPr>
            <a:lvl6pPr>
              <a:defRPr sz="1725" b="0">
                <a:solidFill>
                  <a:srgbClr val="F7F5E9"/>
                </a:solidFill>
                <a:latin typeface="Calibri"/>
                <a:ea typeface="Calibri"/>
                <a:cs typeface="Calibri"/>
              </a:defRPr>
            </a:lvl6pPr>
            <a:lvl7pPr>
              <a:defRPr sz="1725" b="0">
                <a:solidFill>
                  <a:srgbClr val="F7F5E9"/>
                </a:solidFill>
                <a:latin typeface="Calibri"/>
                <a:ea typeface="Calibri"/>
                <a:cs typeface="Calibri"/>
              </a:defRPr>
            </a:lvl7pPr>
            <a:lvl8pPr>
              <a:defRPr sz="1725" b="0">
                <a:solidFill>
                  <a:srgbClr val="F7F5E9"/>
                </a:solidFill>
                <a:latin typeface="Calibri"/>
                <a:ea typeface="Calibri"/>
                <a:cs typeface="Calibri"/>
              </a:defRPr>
            </a:lvl8pPr>
            <a:lvl9pPr>
              <a:defRPr sz="1725" b="0">
                <a:solidFill>
                  <a:srgbClr val="F7F5E9"/>
                </a:solidFill>
                <a:latin typeface="Calibri"/>
                <a:ea typeface="Calibri"/>
                <a:cs typeface="Calibri"/>
              </a:defRPr>
            </a:lvl9pPr>
          </a:lstStyle>
          <a:p xmlns:a="http://schemas.openxmlformats.org/drawingml/2006/main">
            <a:pPr>
              <a:defRPr sz="1725" b="0">
                <a:solidFill>
                  <a:srgbClr val="F7F5E9"/>
                </a:solidFill>
                <a:latin typeface="Calibri"/>
                <a:ea typeface="Calibri"/>
                <a:cs typeface="Calibri"/>
              </a:defRPr>
            </a:pPr>
            <a:r>
              <a:rPr sz="1725" b="0">
                <a:solidFill>
                  <a:srgbClr val="F7F5E9"/>
                </a:solidFill>
                <a:latin typeface="Calibri"/>
                <a:ea typeface="Calibri"/>
                <a:cs typeface="Calibri"/>
              </a:rPr>
              <a:t>Learn patterns over time and</a:t>
            </a:r>
          </a:p>
          <a:p xmlns:a="http://schemas.openxmlformats.org/drawingml/2006/main">
            <a:pPr>
              <a:defRPr sz="1725" b="0">
                <a:solidFill>
                  <a:srgbClr val="F7F5E9"/>
                </a:solidFill>
                <a:latin typeface="Calibri"/>
                <a:ea typeface="Calibri"/>
                <a:cs typeface="Calibri"/>
              </a:defRPr>
            </a:pPr>
            <a:r>
              <a:rPr sz="1725" b="0">
                <a:solidFill>
                  <a:srgbClr val="F7F5E9"/>
                </a:solidFill>
                <a:latin typeface="Calibri"/>
                <a:ea typeface="Calibri"/>
                <a:cs typeface="Calibri"/>
              </a:rPr>
              <a:t>produce a ranking score.</a:t>
            </a:r>
          </a:p>
        </p:txBody>
      </p:sp>
      <p:sp>
        <p:nvSpPr>
          <p:cNvPr id="10" name="comparison">
            <a:extLst xmlns:a="http://schemas.openxmlformats.org/drawingml/2006/main">
              <a:ext uri="{FF2B5EF4-FFF2-40B4-BE49-F238E27FC236}">
                <a16:creationId xmlns:a16="http://schemas.microsoft.com/office/drawing/2014/main" id="{643DB2DF-8221-454B-B36D-735B056AF78F}"/>
              </a:ext>
            </a:extLst>
          </p:cNvPr>
          <p:cNvSpPr>
            <a:spLocks xmlns:a="http://schemas.openxmlformats.org/drawingml/2006/main" noGrp="1"/>
          </p:cNvSpPr>
          <p:nvPr/>
        </p:nvSpPr>
        <p:spPr>
          <a:xfrm xmlns:a="http://schemas.openxmlformats.org/drawingml/2006/main">
            <a:off x="609600" y="5581650"/>
            <a:ext cx="10972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800" b="0">
                <a:solidFill>
                  <a:srgbClr val="CDE1DF"/>
                </a:solidFill>
                <a:latin typeface="Calibri"/>
                <a:ea typeface="Calibri"/>
                <a:cs typeface="Calibri"/>
              </a:defRPr>
            </a:defPPr>
            <a:lvl1pPr>
              <a:defRPr sz="1800" b="0">
                <a:solidFill>
                  <a:srgbClr val="CDE1DF"/>
                </a:solidFill>
                <a:latin typeface="Calibri"/>
                <a:ea typeface="Calibri"/>
                <a:cs typeface="Calibri"/>
              </a:defRPr>
            </a:lvl1pPr>
            <a:lvl2pPr>
              <a:defRPr sz="1800" b="0">
                <a:solidFill>
                  <a:srgbClr val="CDE1DF"/>
                </a:solidFill>
                <a:latin typeface="Calibri"/>
                <a:ea typeface="Calibri"/>
                <a:cs typeface="Calibri"/>
              </a:defRPr>
            </a:lvl2pPr>
            <a:lvl3pPr>
              <a:defRPr sz="1800" b="0">
                <a:solidFill>
                  <a:srgbClr val="CDE1DF"/>
                </a:solidFill>
                <a:latin typeface="Calibri"/>
                <a:ea typeface="Calibri"/>
                <a:cs typeface="Calibri"/>
              </a:defRPr>
            </a:lvl3pPr>
            <a:lvl4pPr>
              <a:defRPr sz="1800" b="0">
                <a:solidFill>
                  <a:srgbClr val="CDE1DF"/>
                </a:solidFill>
                <a:latin typeface="Calibri"/>
                <a:ea typeface="Calibri"/>
                <a:cs typeface="Calibri"/>
              </a:defRPr>
            </a:lvl4pPr>
            <a:lvl5pPr>
              <a:defRPr sz="1800" b="0">
                <a:solidFill>
                  <a:srgbClr val="CDE1DF"/>
                </a:solidFill>
                <a:latin typeface="Calibri"/>
                <a:ea typeface="Calibri"/>
                <a:cs typeface="Calibri"/>
              </a:defRPr>
            </a:lvl5pPr>
            <a:lvl6pPr>
              <a:defRPr sz="1800" b="0">
                <a:solidFill>
                  <a:srgbClr val="CDE1DF"/>
                </a:solidFill>
                <a:latin typeface="Calibri"/>
                <a:ea typeface="Calibri"/>
                <a:cs typeface="Calibri"/>
              </a:defRPr>
            </a:lvl6pPr>
            <a:lvl7pPr>
              <a:defRPr sz="1800" b="0">
                <a:solidFill>
                  <a:srgbClr val="CDE1DF"/>
                </a:solidFill>
                <a:latin typeface="Calibri"/>
                <a:ea typeface="Calibri"/>
                <a:cs typeface="Calibri"/>
              </a:defRPr>
            </a:lvl7pPr>
            <a:lvl8pPr>
              <a:defRPr sz="1800" b="0">
                <a:solidFill>
                  <a:srgbClr val="CDE1DF"/>
                </a:solidFill>
                <a:latin typeface="Calibri"/>
                <a:ea typeface="Calibri"/>
                <a:cs typeface="Calibri"/>
              </a:defRPr>
            </a:lvl8pPr>
            <a:lvl9pPr>
              <a:defRPr sz="1800" b="0">
                <a:solidFill>
                  <a:srgbClr val="CDE1DF"/>
                </a:solidFill>
                <a:latin typeface="Calibri"/>
                <a:ea typeface="Calibri"/>
                <a:cs typeface="Calibri"/>
              </a:defRPr>
            </a:lvl9pPr>
          </a:lstStyle>
          <a:p xmlns:a="http://schemas.openxmlformats.org/drawingml/2006/main">
            <a:pPr>
              <a:defRPr sz="1800" b="0">
                <a:solidFill>
                  <a:srgbClr val="CDE1DF"/>
                </a:solidFill>
                <a:latin typeface="Calibri"/>
                <a:ea typeface="Calibri"/>
                <a:cs typeface="Calibri"/>
              </a:defRPr>
            </a:pPr>
            <a:r>
              <a:rPr sz="1800" b="0">
                <a:solidFill>
                  <a:srgbClr val="CDE1DF"/>
                </a:solidFill>
                <a:latin typeface="Calibri"/>
                <a:ea typeface="Calibri"/>
                <a:cs typeface="Calibri"/>
              </a:rPr>
              <a:t>Comparing counts alone, counts + current features, and counts + historical features.</a:t>
            </a:r>
          </a:p>
        </p:txBody>
      </p:sp>
      <p:sp>
        <p:nvSpPr>
          <p:cNvPr id="11" name="status-band">
            <a:extLst xmlns:a="http://schemas.openxmlformats.org/drawingml/2006/main">
              <a:ext uri="{FF2B5EF4-FFF2-40B4-BE49-F238E27FC236}">
                <a16:creationId xmlns:a16="http://schemas.microsoft.com/office/drawing/2014/main" id="{D7AB045B-5942-445E-A363-FE2EBB42763B}"/>
              </a:ext>
            </a:extLst>
          </p:cNvPr>
          <p:cNvSpPr>
            <a:spLocks xmlns:a="http://schemas.openxmlformats.org/drawingml/2006/main" noGrp="1"/>
          </p:cNvSpPr>
          <p:nvPr/>
        </p:nvSpPr>
        <p:spPr>
          <a:xfrm xmlns:a="http://schemas.openxmlformats.org/drawingml/2006/main">
            <a:off x="0" y="6048375"/>
            <a:ext cx="12192000" cy="809625"/>
          </a:xfrm>
          <a:prstGeom xmlns:a="http://schemas.openxmlformats.org/drawingml/2006/main" prst="rect">
            <a:avLst/>
          </a:prstGeom>
          <a:solidFill xmlns:a="http://schemas.openxmlformats.org/drawingml/2006/main">
            <a:srgbClr val="0B303A"/>
          </a:solidFill>
          <a:ln xmlns:a="http://schemas.openxmlformats.org/drawingml/2006/main" w="0">
            <a:noFill/>
            <a:prstDash val="solid"/>
          </a:ln>
        </p:spPr>
      </p:sp>
      <p:sp>
        <p:nvSpPr>
          <p:cNvPr id="12" name="status-heading">
            <a:extLst xmlns:a="http://schemas.openxmlformats.org/drawingml/2006/main">
              <a:ext uri="{FF2B5EF4-FFF2-40B4-BE49-F238E27FC236}">
                <a16:creationId xmlns:a16="http://schemas.microsoft.com/office/drawing/2014/main" id="{CAECB43C-FA6B-41A8-963B-067873795678}"/>
              </a:ext>
            </a:extLst>
          </p:cNvPr>
          <p:cNvSpPr>
            <a:spLocks xmlns:a="http://schemas.openxmlformats.org/drawingml/2006/main" noGrp="1"/>
          </p:cNvSpPr>
          <p:nvPr/>
        </p:nvSpPr>
        <p:spPr>
          <a:xfrm xmlns:a="http://schemas.openxmlformats.org/drawingml/2006/main">
            <a:off x="609600" y="6210300"/>
            <a:ext cx="1952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950" b="1">
                <a:solidFill>
                  <a:srgbClr val="E5C989"/>
                </a:solidFill>
                <a:latin typeface="Calibri"/>
                <a:ea typeface="Calibri"/>
                <a:cs typeface="Calibri"/>
              </a:defRPr>
            </a:defPPr>
            <a:lvl1pPr>
              <a:defRPr sz="1950" b="1">
                <a:solidFill>
                  <a:srgbClr val="E5C989"/>
                </a:solidFill>
                <a:latin typeface="Calibri"/>
                <a:ea typeface="Calibri"/>
                <a:cs typeface="Calibri"/>
              </a:defRPr>
            </a:lvl1pPr>
            <a:lvl2pPr>
              <a:defRPr sz="1950" b="1">
                <a:solidFill>
                  <a:srgbClr val="E5C989"/>
                </a:solidFill>
                <a:latin typeface="Calibri"/>
                <a:ea typeface="Calibri"/>
                <a:cs typeface="Calibri"/>
              </a:defRPr>
            </a:lvl2pPr>
            <a:lvl3pPr>
              <a:defRPr sz="1950" b="1">
                <a:solidFill>
                  <a:srgbClr val="E5C989"/>
                </a:solidFill>
                <a:latin typeface="Calibri"/>
                <a:ea typeface="Calibri"/>
                <a:cs typeface="Calibri"/>
              </a:defRPr>
            </a:lvl3pPr>
            <a:lvl4pPr>
              <a:defRPr sz="1950" b="1">
                <a:solidFill>
                  <a:srgbClr val="E5C989"/>
                </a:solidFill>
                <a:latin typeface="Calibri"/>
                <a:ea typeface="Calibri"/>
                <a:cs typeface="Calibri"/>
              </a:defRPr>
            </a:lvl4pPr>
            <a:lvl5pPr>
              <a:defRPr sz="1950" b="1">
                <a:solidFill>
                  <a:srgbClr val="E5C989"/>
                </a:solidFill>
                <a:latin typeface="Calibri"/>
                <a:ea typeface="Calibri"/>
                <a:cs typeface="Calibri"/>
              </a:defRPr>
            </a:lvl5pPr>
            <a:lvl6pPr>
              <a:defRPr sz="1950" b="1">
                <a:solidFill>
                  <a:srgbClr val="E5C989"/>
                </a:solidFill>
                <a:latin typeface="Calibri"/>
                <a:ea typeface="Calibri"/>
                <a:cs typeface="Calibri"/>
              </a:defRPr>
            </a:lvl6pPr>
            <a:lvl7pPr>
              <a:defRPr sz="1950" b="1">
                <a:solidFill>
                  <a:srgbClr val="E5C989"/>
                </a:solidFill>
                <a:latin typeface="Calibri"/>
                <a:ea typeface="Calibri"/>
                <a:cs typeface="Calibri"/>
              </a:defRPr>
            </a:lvl7pPr>
            <a:lvl8pPr>
              <a:defRPr sz="1950" b="1">
                <a:solidFill>
                  <a:srgbClr val="E5C989"/>
                </a:solidFill>
                <a:latin typeface="Calibri"/>
                <a:ea typeface="Calibri"/>
                <a:cs typeface="Calibri"/>
              </a:defRPr>
            </a:lvl8pPr>
            <a:lvl9pPr>
              <a:defRPr sz="1950" b="1">
                <a:solidFill>
                  <a:srgbClr val="E5C989"/>
                </a:solidFill>
                <a:latin typeface="Calibri"/>
                <a:ea typeface="Calibri"/>
                <a:cs typeface="Calibri"/>
              </a:defRPr>
            </a:lvl9pPr>
          </a:lstStyle>
          <a:p xmlns:a="http://schemas.openxmlformats.org/drawingml/2006/main">
            <a:pPr>
              <a:defRPr sz="1950" b="1">
                <a:solidFill>
                  <a:srgbClr val="E5C989"/>
                </a:solidFill>
                <a:latin typeface="Calibri"/>
                <a:ea typeface="Calibri"/>
                <a:cs typeface="Calibri"/>
              </a:defRPr>
            </a:pPr>
            <a:r>
              <a:rPr sz="1950" b="1">
                <a:solidFill>
                  <a:srgbClr val="E5C989"/>
                </a:solidFill>
                <a:latin typeface="Calibri"/>
                <a:ea typeface="Calibri"/>
                <a:cs typeface="Calibri"/>
              </a:rPr>
              <a:t>Where we are</a:t>
            </a:r>
          </a:p>
        </p:txBody>
      </p:sp>
      <p:sp>
        <p:nvSpPr>
          <p:cNvPr id="13" name="status">
            <a:extLst xmlns:a="http://schemas.openxmlformats.org/drawingml/2006/main">
              <a:ext uri="{FF2B5EF4-FFF2-40B4-BE49-F238E27FC236}">
                <a16:creationId xmlns:a16="http://schemas.microsoft.com/office/drawing/2014/main" id="{B764BC1F-8A8E-452E-B2E7-23904D27CA1E}"/>
              </a:ext>
            </a:extLst>
          </p:cNvPr>
          <p:cNvSpPr>
            <a:spLocks xmlns:a="http://schemas.openxmlformats.org/drawingml/2006/main" noGrp="1"/>
          </p:cNvSpPr>
          <p:nvPr/>
        </p:nvSpPr>
        <p:spPr>
          <a:xfrm xmlns:a="http://schemas.openxmlformats.org/drawingml/2006/main">
            <a:off x="2800350" y="6153150"/>
            <a:ext cx="8572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800" b="0">
                <a:solidFill>
                  <a:srgbClr val="F7F5E9"/>
                </a:solidFill>
                <a:latin typeface="Calibri"/>
                <a:ea typeface="Calibri"/>
                <a:cs typeface="Calibri"/>
              </a:defRPr>
            </a:defPPr>
            <a:lvl1pPr>
              <a:defRPr sz="1800" b="0">
                <a:solidFill>
                  <a:srgbClr val="F7F5E9"/>
                </a:solidFill>
                <a:latin typeface="Calibri"/>
                <a:ea typeface="Calibri"/>
                <a:cs typeface="Calibri"/>
              </a:defRPr>
            </a:lvl1pPr>
            <a:lvl2pPr>
              <a:defRPr sz="1800" b="0">
                <a:solidFill>
                  <a:srgbClr val="F7F5E9"/>
                </a:solidFill>
                <a:latin typeface="Calibri"/>
                <a:ea typeface="Calibri"/>
                <a:cs typeface="Calibri"/>
              </a:defRPr>
            </a:lvl2pPr>
            <a:lvl3pPr>
              <a:defRPr sz="1800" b="0">
                <a:solidFill>
                  <a:srgbClr val="F7F5E9"/>
                </a:solidFill>
                <a:latin typeface="Calibri"/>
                <a:ea typeface="Calibri"/>
                <a:cs typeface="Calibri"/>
              </a:defRPr>
            </a:lvl3pPr>
            <a:lvl4pPr>
              <a:defRPr sz="1800" b="0">
                <a:solidFill>
                  <a:srgbClr val="F7F5E9"/>
                </a:solidFill>
                <a:latin typeface="Calibri"/>
                <a:ea typeface="Calibri"/>
                <a:cs typeface="Calibri"/>
              </a:defRPr>
            </a:lvl4pPr>
            <a:lvl5pPr>
              <a:defRPr sz="1800" b="0">
                <a:solidFill>
                  <a:srgbClr val="F7F5E9"/>
                </a:solidFill>
                <a:latin typeface="Calibri"/>
                <a:ea typeface="Calibri"/>
                <a:cs typeface="Calibri"/>
              </a:defRPr>
            </a:lvl5pPr>
            <a:lvl6pPr>
              <a:defRPr sz="1800" b="0">
                <a:solidFill>
                  <a:srgbClr val="F7F5E9"/>
                </a:solidFill>
                <a:latin typeface="Calibri"/>
                <a:ea typeface="Calibri"/>
                <a:cs typeface="Calibri"/>
              </a:defRPr>
            </a:lvl6pPr>
            <a:lvl7pPr>
              <a:defRPr sz="1800" b="0">
                <a:solidFill>
                  <a:srgbClr val="F7F5E9"/>
                </a:solidFill>
                <a:latin typeface="Calibri"/>
                <a:ea typeface="Calibri"/>
                <a:cs typeface="Calibri"/>
              </a:defRPr>
            </a:lvl7pPr>
            <a:lvl8pPr>
              <a:defRPr sz="1800" b="0">
                <a:solidFill>
                  <a:srgbClr val="F7F5E9"/>
                </a:solidFill>
                <a:latin typeface="Calibri"/>
                <a:ea typeface="Calibri"/>
                <a:cs typeface="Calibri"/>
              </a:defRPr>
            </a:lvl8pPr>
            <a:lvl9pPr>
              <a:defRPr sz="1800" b="0">
                <a:solidFill>
                  <a:srgbClr val="F7F5E9"/>
                </a:solidFill>
                <a:latin typeface="Calibri"/>
                <a:ea typeface="Calibri"/>
                <a:cs typeface="Calibri"/>
              </a:defRPr>
            </a:lvl9pPr>
          </a:lstStyle>
          <a:p xmlns:a="http://schemas.openxmlformats.org/drawingml/2006/main">
            <a:pPr>
              <a:defRPr sz="1800" b="0">
                <a:solidFill>
                  <a:srgbClr val="F7F5E9"/>
                </a:solidFill>
                <a:latin typeface="Calibri"/>
                <a:ea typeface="Calibri"/>
                <a:cs typeface="Calibri"/>
              </a:defRPr>
            </a:pPr>
            <a:r>
              <a:rPr sz="1800" b="0">
                <a:solidFill>
                  <a:srgbClr val="F7F5E9"/>
                </a:solidFill>
                <a:latin typeface="Calibri"/>
                <a:ea typeface="Calibri"/>
                <a:cs typeface="Calibri"/>
              </a:rPr>
              <a:t>Five notebooks built and locally checked.</a:t>
            </a:r>
          </a:p>
          <a:p xmlns:a="http://schemas.openxmlformats.org/drawingml/2006/main">
            <a:pPr>
              <a:defRPr sz="1800" b="0">
                <a:solidFill>
                  <a:srgbClr val="F7F5E9"/>
                </a:solidFill>
                <a:latin typeface="Calibri"/>
                <a:ea typeface="Calibri"/>
                <a:cs typeface="Calibri"/>
              </a:defRPr>
            </a:pPr>
            <a:r>
              <a:rPr sz="1800" b="0">
                <a:solidFill>
                  <a:srgbClr val="F7F5E9"/>
                </a:solidFill>
                <a:latin typeface="Calibri"/>
                <a:ea typeface="Calibri"/>
                <a:cs typeface="Calibri"/>
              </a:rPr>
              <a:t>New data runs and performance results are pending.</a:t>
            </a:r>
          </a:p>
        </p:txBody>
      </p:sp>
    </p:spTree>
    <p:extLst>
      <p:ext uri="{BB962C8B-B14F-4D97-AF65-F5344CB8AC3E}">
        <p14:creationId xmlns:p14="http://schemas.microsoft.com/office/powerpoint/2010/main" val="1587482414"/>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4673B0CC-2B66-495F-A5CA-4916F96C935B}"/>
              </a:ext>
            </a:extLst>
          </p:cNvPr>
          <p:cNvSpPr>
            <a:spLocks xmlns:a="http://schemas.openxmlformats.org/drawingml/2006/main" noGrp="1"/>
          </p:cNvSpPr>
          <p:nvPr/>
        </p:nvSpPr>
        <p:spPr>
          <a:xfrm xmlns:a="http://schemas.openxmlformats.org/drawingml/2006/main">
            <a:off x="609600" y="4191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3600" b="1">
                <a:solidFill>
                  <a:srgbClr val="154752"/>
                </a:solidFill>
                <a:latin typeface="Calibri"/>
                <a:ea typeface="Calibri"/>
                <a:cs typeface="Calibri"/>
              </a:defRPr>
            </a:defPPr>
            <a:lvl1pPr>
              <a:defRPr sz="3600" b="1">
                <a:solidFill>
                  <a:srgbClr val="154752"/>
                </a:solidFill>
                <a:latin typeface="Calibri"/>
                <a:ea typeface="Calibri"/>
                <a:cs typeface="Calibri"/>
              </a:defRPr>
            </a:lvl1pPr>
            <a:lvl2pPr>
              <a:defRPr sz="3600" b="1">
                <a:solidFill>
                  <a:srgbClr val="154752"/>
                </a:solidFill>
                <a:latin typeface="Calibri"/>
                <a:ea typeface="Calibri"/>
                <a:cs typeface="Calibri"/>
              </a:defRPr>
            </a:lvl2pPr>
            <a:lvl3pPr>
              <a:defRPr sz="3600" b="1">
                <a:solidFill>
                  <a:srgbClr val="154752"/>
                </a:solidFill>
                <a:latin typeface="Calibri"/>
                <a:ea typeface="Calibri"/>
                <a:cs typeface="Calibri"/>
              </a:defRPr>
            </a:lvl3pPr>
            <a:lvl4pPr>
              <a:defRPr sz="3600" b="1">
                <a:solidFill>
                  <a:srgbClr val="154752"/>
                </a:solidFill>
                <a:latin typeface="Calibri"/>
                <a:ea typeface="Calibri"/>
                <a:cs typeface="Calibri"/>
              </a:defRPr>
            </a:lvl4pPr>
            <a:lvl5pPr>
              <a:defRPr sz="3600" b="1">
                <a:solidFill>
                  <a:srgbClr val="154752"/>
                </a:solidFill>
                <a:latin typeface="Calibri"/>
                <a:ea typeface="Calibri"/>
                <a:cs typeface="Calibri"/>
              </a:defRPr>
            </a:lvl5pPr>
            <a:lvl6pPr>
              <a:defRPr sz="3600" b="1">
                <a:solidFill>
                  <a:srgbClr val="154752"/>
                </a:solidFill>
                <a:latin typeface="Calibri"/>
                <a:ea typeface="Calibri"/>
                <a:cs typeface="Calibri"/>
              </a:defRPr>
            </a:lvl6pPr>
            <a:lvl7pPr>
              <a:defRPr sz="3600" b="1">
                <a:solidFill>
                  <a:srgbClr val="154752"/>
                </a:solidFill>
                <a:latin typeface="Calibri"/>
                <a:ea typeface="Calibri"/>
                <a:cs typeface="Calibri"/>
              </a:defRPr>
            </a:lvl7pPr>
            <a:lvl8pPr>
              <a:defRPr sz="3600" b="1">
                <a:solidFill>
                  <a:srgbClr val="154752"/>
                </a:solidFill>
                <a:latin typeface="Calibri"/>
                <a:ea typeface="Calibri"/>
                <a:cs typeface="Calibri"/>
              </a:defRPr>
            </a:lvl8pPr>
            <a:lvl9pPr>
              <a:defRPr sz="3600" b="1">
                <a:solidFill>
                  <a:srgbClr val="154752"/>
                </a:solidFill>
                <a:latin typeface="Calibri"/>
                <a:ea typeface="Calibri"/>
                <a:cs typeface="Calibri"/>
              </a:defRPr>
            </a:lvl9pPr>
          </a:lstStyle>
          <a:p xmlns:a="http://schemas.openxmlformats.org/drawingml/2006/main">
            <a:pPr>
              <a:defRPr sz="3600" b="1">
                <a:solidFill>
                  <a:srgbClr val="154752"/>
                </a:solidFill>
                <a:latin typeface="Calibri"/>
                <a:ea typeface="Calibri"/>
                <a:cs typeface="Calibri"/>
              </a:defRPr>
            </a:pPr>
            <a:r>
              <a:rPr sz="3600" b="1">
                <a:solidFill>
                  <a:srgbClr val="154752"/>
                </a:solidFill>
                <a:latin typeface="Calibri"/>
                <a:ea typeface="Calibri"/>
                <a:cs typeface="Calibri"/>
              </a:rPr>
              <a:t>A reusable capability for future projects</a:t>
            </a:r>
          </a:p>
        </p:txBody>
      </p:sp>
      <p:sp>
        <p:nvSpPr>
          <p:cNvPr id="2" name="subtitle">
            <a:extLst xmlns:a="http://schemas.openxmlformats.org/drawingml/2006/main">
              <a:ext uri="{FF2B5EF4-FFF2-40B4-BE49-F238E27FC236}">
                <a16:creationId xmlns:a16="http://schemas.microsoft.com/office/drawing/2014/main" id="{B1FE1B19-22FA-4819-A838-0E8EF9B727A7}"/>
              </a:ext>
            </a:extLst>
          </p:cNvPr>
          <p:cNvSpPr>
            <a:spLocks xmlns:a="http://schemas.openxmlformats.org/drawingml/2006/main" noGrp="1"/>
          </p:cNvSpPr>
          <p:nvPr/>
        </p:nvSpPr>
        <p:spPr>
          <a:xfrm xmlns:a="http://schemas.openxmlformats.org/drawingml/2006/main">
            <a:off x="609600" y="11334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950" b="0">
                <a:solidFill>
                  <a:srgbClr val="526C70"/>
                </a:solidFill>
                <a:latin typeface="Calibri"/>
                <a:ea typeface="Calibri"/>
                <a:cs typeface="Calibri"/>
              </a:defRPr>
            </a:defPPr>
            <a:lvl1pPr>
              <a:defRPr sz="1950" b="0">
                <a:solidFill>
                  <a:srgbClr val="526C70"/>
                </a:solidFill>
                <a:latin typeface="Calibri"/>
                <a:ea typeface="Calibri"/>
                <a:cs typeface="Calibri"/>
              </a:defRPr>
            </a:lvl1pPr>
            <a:lvl2pPr>
              <a:defRPr sz="1950" b="0">
                <a:solidFill>
                  <a:srgbClr val="526C70"/>
                </a:solidFill>
                <a:latin typeface="Calibri"/>
                <a:ea typeface="Calibri"/>
                <a:cs typeface="Calibri"/>
              </a:defRPr>
            </a:lvl2pPr>
            <a:lvl3pPr>
              <a:defRPr sz="1950" b="0">
                <a:solidFill>
                  <a:srgbClr val="526C70"/>
                </a:solidFill>
                <a:latin typeface="Calibri"/>
                <a:ea typeface="Calibri"/>
                <a:cs typeface="Calibri"/>
              </a:defRPr>
            </a:lvl3pPr>
            <a:lvl4pPr>
              <a:defRPr sz="1950" b="0">
                <a:solidFill>
                  <a:srgbClr val="526C70"/>
                </a:solidFill>
                <a:latin typeface="Calibri"/>
                <a:ea typeface="Calibri"/>
                <a:cs typeface="Calibri"/>
              </a:defRPr>
            </a:lvl4pPr>
            <a:lvl5pPr>
              <a:defRPr sz="1950" b="0">
                <a:solidFill>
                  <a:srgbClr val="526C70"/>
                </a:solidFill>
                <a:latin typeface="Calibri"/>
                <a:ea typeface="Calibri"/>
                <a:cs typeface="Calibri"/>
              </a:defRPr>
            </a:lvl5pPr>
            <a:lvl6pPr>
              <a:defRPr sz="1950" b="0">
                <a:solidFill>
                  <a:srgbClr val="526C70"/>
                </a:solidFill>
                <a:latin typeface="Calibri"/>
                <a:ea typeface="Calibri"/>
                <a:cs typeface="Calibri"/>
              </a:defRPr>
            </a:lvl6pPr>
            <a:lvl7pPr>
              <a:defRPr sz="1950" b="0">
                <a:solidFill>
                  <a:srgbClr val="526C70"/>
                </a:solidFill>
                <a:latin typeface="Calibri"/>
                <a:ea typeface="Calibri"/>
                <a:cs typeface="Calibri"/>
              </a:defRPr>
            </a:lvl7pPr>
            <a:lvl8pPr>
              <a:defRPr sz="1950" b="0">
                <a:solidFill>
                  <a:srgbClr val="526C70"/>
                </a:solidFill>
                <a:latin typeface="Calibri"/>
                <a:ea typeface="Calibri"/>
                <a:cs typeface="Calibri"/>
              </a:defRPr>
            </a:lvl8pPr>
            <a:lvl9pPr>
              <a:defRPr sz="1950" b="0">
                <a:solidFill>
                  <a:srgbClr val="526C70"/>
                </a:solidFill>
                <a:latin typeface="Calibri"/>
                <a:ea typeface="Calibri"/>
                <a:cs typeface="Calibri"/>
              </a:defRPr>
            </a:lvl9pPr>
          </a:lstStyle>
          <a:p xmlns:a="http://schemas.openxmlformats.org/drawingml/2006/main">
            <a:pPr>
              <a:defRPr sz="1950" b="0">
                <a:solidFill>
                  <a:srgbClr val="526C70"/>
                </a:solidFill>
                <a:latin typeface="Calibri"/>
                <a:ea typeface="Calibri"/>
                <a:cs typeface="Calibri"/>
              </a:defRPr>
            </a:pPr>
            <a:r>
              <a:rPr sz="1950" b="0">
                <a:solidFill>
                  <a:srgbClr val="526C70"/>
                </a:solidFill>
                <a:latin typeface="Calibri"/>
                <a:ea typeface="Calibri"/>
                <a:cs typeface="Calibri"/>
              </a:rPr>
              <a:t>Proposed internal plug-and-play workflow with a shared core and project settings.</a:t>
            </a:r>
          </a:p>
        </p:txBody>
      </p:sp>
      <p:sp>
        <p:nvSpPr>
          <p:cNvPr id="3" name="number-1">
            <a:extLst xmlns:a="http://schemas.openxmlformats.org/drawingml/2006/main">
              <a:ext uri="{FF2B5EF4-FFF2-40B4-BE49-F238E27FC236}">
                <a16:creationId xmlns:a16="http://schemas.microsoft.com/office/drawing/2014/main" id="{2EEAC336-C6AC-4815-AA0F-A862AEE2BEB5}"/>
              </a:ext>
            </a:extLst>
          </p:cNvPr>
          <p:cNvSpPr>
            <a:spLocks xmlns:a="http://schemas.openxmlformats.org/drawingml/2006/main" noGrp="1"/>
          </p:cNvSpPr>
          <p:nvPr/>
        </p:nvSpPr>
        <p:spPr>
          <a:xfrm xmlns:a="http://schemas.openxmlformats.org/drawingml/2006/main">
            <a:off x="609600" y="2000250"/>
            <a:ext cx="2476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4200" b="1">
                <a:solidFill>
                  <a:srgbClr val="81B5B0"/>
                </a:solidFill>
                <a:latin typeface="Calibri"/>
                <a:ea typeface="Calibri"/>
                <a:cs typeface="Calibri"/>
              </a:defRPr>
            </a:defPPr>
            <a:lvl1pPr>
              <a:defRPr sz="4200" b="1">
                <a:solidFill>
                  <a:srgbClr val="81B5B0"/>
                </a:solidFill>
                <a:latin typeface="Calibri"/>
                <a:ea typeface="Calibri"/>
                <a:cs typeface="Calibri"/>
              </a:defRPr>
            </a:lvl1pPr>
            <a:lvl2pPr>
              <a:defRPr sz="4200" b="1">
                <a:solidFill>
                  <a:srgbClr val="81B5B0"/>
                </a:solidFill>
                <a:latin typeface="Calibri"/>
                <a:ea typeface="Calibri"/>
                <a:cs typeface="Calibri"/>
              </a:defRPr>
            </a:lvl2pPr>
            <a:lvl3pPr>
              <a:defRPr sz="4200" b="1">
                <a:solidFill>
                  <a:srgbClr val="81B5B0"/>
                </a:solidFill>
                <a:latin typeface="Calibri"/>
                <a:ea typeface="Calibri"/>
                <a:cs typeface="Calibri"/>
              </a:defRPr>
            </a:lvl3pPr>
            <a:lvl4pPr>
              <a:defRPr sz="4200" b="1">
                <a:solidFill>
                  <a:srgbClr val="81B5B0"/>
                </a:solidFill>
                <a:latin typeface="Calibri"/>
                <a:ea typeface="Calibri"/>
                <a:cs typeface="Calibri"/>
              </a:defRPr>
            </a:lvl4pPr>
            <a:lvl5pPr>
              <a:defRPr sz="4200" b="1">
                <a:solidFill>
                  <a:srgbClr val="81B5B0"/>
                </a:solidFill>
                <a:latin typeface="Calibri"/>
                <a:ea typeface="Calibri"/>
                <a:cs typeface="Calibri"/>
              </a:defRPr>
            </a:lvl5pPr>
            <a:lvl6pPr>
              <a:defRPr sz="4200" b="1">
                <a:solidFill>
                  <a:srgbClr val="81B5B0"/>
                </a:solidFill>
                <a:latin typeface="Calibri"/>
                <a:ea typeface="Calibri"/>
                <a:cs typeface="Calibri"/>
              </a:defRPr>
            </a:lvl6pPr>
            <a:lvl7pPr>
              <a:defRPr sz="4200" b="1">
                <a:solidFill>
                  <a:srgbClr val="81B5B0"/>
                </a:solidFill>
                <a:latin typeface="Calibri"/>
                <a:ea typeface="Calibri"/>
                <a:cs typeface="Calibri"/>
              </a:defRPr>
            </a:lvl7pPr>
            <a:lvl8pPr>
              <a:defRPr sz="4200" b="1">
                <a:solidFill>
                  <a:srgbClr val="81B5B0"/>
                </a:solidFill>
                <a:latin typeface="Calibri"/>
                <a:ea typeface="Calibri"/>
                <a:cs typeface="Calibri"/>
              </a:defRPr>
            </a:lvl8pPr>
            <a:lvl9pPr>
              <a:defRPr sz="4200" b="1">
                <a:solidFill>
                  <a:srgbClr val="81B5B0"/>
                </a:solidFill>
                <a:latin typeface="Calibri"/>
                <a:ea typeface="Calibri"/>
                <a:cs typeface="Calibri"/>
              </a:defRPr>
            </a:lvl9pPr>
          </a:lstStyle>
          <a:p xmlns:a="http://schemas.openxmlformats.org/drawingml/2006/main">
            <a:pPr>
              <a:defRPr sz="4200" b="1">
                <a:solidFill>
                  <a:srgbClr val="81B5B0"/>
                </a:solidFill>
                <a:latin typeface="Calibri"/>
                <a:ea typeface="Calibri"/>
                <a:cs typeface="Calibri"/>
              </a:defRPr>
            </a:pPr>
            <a:r>
              <a:rPr sz="4200" b="1">
                <a:solidFill>
                  <a:srgbClr val="81B5B0"/>
                </a:solidFill>
                <a:latin typeface="Calibri"/>
                <a:ea typeface="Calibri"/>
                <a:cs typeface="Calibri"/>
              </a:rPr>
              <a:t>01</a:t>
            </a:r>
          </a:p>
        </p:txBody>
      </p:sp>
      <p:sp>
        <p:nvSpPr>
          <p:cNvPr id="4" name="stage-1">
            <a:extLst xmlns:a="http://schemas.openxmlformats.org/drawingml/2006/main">
              <a:ext uri="{FF2B5EF4-FFF2-40B4-BE49-F238E27FC236}">
                <a16:creationId xmlns:a16="http://schemas.microsoft.com/office/drawing/2014/main" id="{6B85DFFD-AB08-4443-AFFE-FC0EA5ADAC34}"/>
              </a:ext>
            </a:extLst>
          </p:cNvPr>
          <p:cNvSpPr>
            <a:spLocks xmlns:a="http://schemas.openxmlformats.org/drawingml/2006/main" noGrp="1"/>
          </p:cNvSpPr>
          <p:nvPr/>
        </p:nvSpPr>
        <p:spPr>
          <a:xfrm xmlns:a="http://schemas.openxmlformats.org/drawingml/2006/main">
            <a:off x="609600" y="2695575"/>
            <a:ext cx="26289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2175" b="1">
                <a:solidFill>
                  <a:srgbClr val="154752"/>
                </a:solidFill>
                <a:latin typeface="Calibri"/>
                <a:ea typeface="Calibri"/>
                <a:cs typeface="Calibri"/>
              </a:defRPr>
            </a:defPPr>
            <a:lvl1pPr>
              <a:defRPr sz="2175" b="1">
                <a:solidFill>
                  <a:srgbClr val="154752"/>
                </a:solidFill>
                <a:latin typeface="Calibri"/>
                <a:ea typeface="Calibri"/>
                <a:cs typeface="Calibri"/>
              </a:defRPr>
            </a:lvl1pPr>
            <a:lvl2pPr>
              <a:defRPr sz="2175" b="1">
                <a:solidFill>
                  <a:srgbClr val="154752"/>
                </a:solidFill>
                <a:latin typeface="Calibri"/>
                <a:ea typeface="Calibri"/>
                <a:cs typeface="Calibri"/>
              </a:defRPr>
            </a:lvl2pPr>
            <a:lvl3pPr>
              <a:defRPr sz="2175" b="1">
                <a:solidFill>
                  <a:srgbClr val="154752"/>
                </a:solidFill>
                <a:latin typeface="Calibri"/>
                <a:ea typeface="Calibri"/>
                <a:cs typeface="Calibri"/>
              </a:defRPr>
            </a:lvl3pPr>
            <a:lvl4pPr>
              <a:defRPr sz="2175" b="1">
                <a:solidFill>
                  <a:srgbClr val="154752"/>
                </a:solidFill>
                <a:latin typeface="Calibri"/>
                <a:ea typeface="Calibri"/>
                <a:cs typeface="Calibri"/>
              </a:defRPr>
            </a:lvl4pPr>
            <a:lvl5pPr>
              <a:defRPr sz="2175" b="1">
                <a:solidFill>
                  <a:srgbClr val="154752"/>
                </a:solidFill>
                <a:latin typeface="Calibri"/>
                <a:ea typeface="Calibri"/>
                <a:cs typeface="Calibri"/>
              </a:defRPr>
            </a:lvl5pPr>
            <a:lvl6pPr>
              <a:defRPr sz="2175" b="1">
                <a:solidFill>
                  <a:srgbClr val="154752"/>
                </a:solidFill>
                <a:latin typeface="Calibri"/>
                <a:ea typeface="Calibri"/>
                <a:cs typeface="Calibri"/>
              </a:defRPr>
            </a:lvl6pPr>
            <a:lvl7pPr>
              <a:defRPr sz="2175" b="1">
                <a:solidFill>
                  <a:srgbClr val="154752"/>
                </a:solidFill>
                <a:latin typeface="Calibri"/>
                <a:ea typeface="Calibri"/>
                <a:cs typeface="Calibri"/>
              </a:defRPr>
            </a:lvl7pPr>
            <a:lvl8pPr>
              <a:defRPr sz="2175" b="1">
                <a:solidFill>
                  <a:srgbClr val="154752"/>
                </a:solidFill>
                <a:latin typeface="Calibri"/>
                <a:ea typeface="Calibri"/>
                <a:cs typeface="Calibri"/>
              </a:defRPr>
            </a:lvl8pPr>
            <a:lvl9pPr>
              <a:defRPr sz="2175" b="1">
                <a:solidFill>
                  <a:srgbClr val="154752"/>
                </a:solidFill>
                <a:latin typeface="Calibri"/>
                <a:ea typeface="Calibri"/>
                <a:cs typeface="Calibri"/>
              </a:defRPr>
            </a:lvl9pPr>
          </a:lstStyle>
          <a:p xmlns:a="http://schemas.openxmlformats.org/drawingml/2006/main">
            <a:pPr>
              <a:defRPr sz="2175" b="1">
                <a:solidFill>
                  <a:srgbClr val="154752"/>
                </a:solidFill>
                <a:latin typeface="Calibri"/>
                <a:ea typeface="Calibri"/>
                <a:cs typeface="Calibri"/>
              </a:defRPr>
            </a:pPr>
            <a:r>
              <a:rPr sz="2175" b="1">
                <a:solidFill>
                  <a:srgbClr val="154752"/>
                </a:solidFill>
                <a:latin typeface="Calibri"/>
                <a:ea typeface="Calibri"/>
                <a:cs typeface="Calibri"/>
              </a:rPr>
              <a:t>Connect data</a:t>
            </a:r>
          </a:p>
        </p:txBody>
      </p:sp>
      <p:sp>
        <p:nvSpPr>
          <p:cNvPr id="5" name="description-1">
            <a:extLst xmlns:a="http://schemas.openxmlformats.org/drawingml/2006/main">
              <a:ext uri="{FF2B5EF4-FFF2-40B4-BE49-F238E27FC236}">
                <a16:creationId xmlns:a16="http://schemas.microsoft.com/office/drawing/2014/main" id="{A5692ADE-FA36-426B-9DD8-566A2BBACBEB}"/>
              </a:ext>
            </a:extLst>
          </p:cNvPr>
          <p:cNvSpPr>
            <a:spLocks xmlns:a="http://schemas.openxmlformats.org/drawingml/2006/main" noGrp="1"/>
          </p:cNvSpPr>
          <p:nvPr/>
        </p:nvSpPr>
        <p:spPr>
          <a:xfrm xmlns:a="http://schemas.openxmlformats.org/drawingml/2006/main">
            <a:off x="609600" y="3181350"/>
            <a:ext cx="26193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800" b="0">
                <a:solidFill>
                  <a:srgbClr val="526C70"/>
                </a:solidFill>
                <a:latin typeface="Calibri"/>
                <a:ea typeface="Calibri"/>
                <a:cs typeface="Calibri"/>
              </a:defRPr>
            </a:defPPr>
            <a:lvl1pPr>
              <a:defRPr sz="1800" b="0">
                <a:solidFill>
                  <a:srgbClr val="526C70"/>
                </a:solidFill>
                <a:latin typeface="Calibri"/>
                <a:ea typeface="Calibri"/>
                <a:cs typeface="Calibri"/>
              </a:defRPr>
            </a:lvl1pPr>
            <a:lvl2pPr>
              <a:defRPr sz="1800" b="0">
                <a:solidFill>
                  <a:srgbClr val="526C70"/>
                </a:solidFill>
                <a:latin typeface="Calibri"/>
                <a:ea typeface="Calibri"/>
                <a:cs typeface="Calibri"/>
              </a:defRPr>
            </a:lvl2pPr>
            <a:lvl3pPr>
              <a:defRPr sz="1800" b="0">
                <a:solidFill>
                  <a:srgbClr val="526C70"/>
                </a:solidFill>
                <a:latin typeface="Calibri"/>
                <a:ea typeface="Calibri"/>
                <a:cs typeface="Calibri"/>
              </a:defRPr>
            </a:lvl3pPr>
            <a:lvl4pPr>
              <a:defRPr sz="1800" b="0">
                <a:solidFill>
                  <a:srgbClr val="526C70"/>
                </a:solidFill>
                <a:latin typeface="Calibri"/>
                <a:ea typeface="Calibri"/>
                <a:cs typeface="Calibri"/>
              </a:defRPr>
            </a:lvl4pPr>
            <a:lvl5pPr>
              <a:defRPr sz="1800" b="0">
                <a:solidFill>
                  <a:srgbClr val="526C70"/>
                </a:solidFill>
                <a:latin typeface="Calibri"/>
                <a:ea typeface="Calibri"/>
                <a:cs typeface="Calibri"/>
              </a:defRPr>
            </a:lvl5pPr>
            <a:lvl6pPr>
              <a:defRPr sz="1800" b="0">
                <a:solidFill>
                  <a:srgbClr val="526C70"/>
                </a:solidFill>
                <a:latin typeface="Calibri"/>
                <a:ea typeface="Calibri"/>
                <a:cs typeface="Calibri"/>
              </a:defRPr>
            </a:lvl6pPr>
            <a:lvl7pPr>
              <a:defRPr sz="1800" b="0">
                <a:solidFill>
                  <a:srgbClr val="526C70"/>
                </a:solidFill>
                <a:latin typeface="Calibri"/>
                <a:ea typeface="Calibri"/>
                <a:cs typeface="Calibri"/>
              </a:defRPr>
            </a:lvl7pPr>
            <a:lvl8pPr>
              <a:defRPr sz="1800" b="0">
                <a:solidFill>
                  <a:srgbClr val="526C70"/>
                </a:solidFill>
                <a:latin typeface="Calibri"/>
                <a:ea typeface="Calibri"/>
                <a:cs typeface="Calibri"/>
              </a:defRPr>
            </a:lvl8pPr>
            <a:lvl9pPr>
              <a:defRPr sz="1800" b="0">
                <a:solidFill>
                  <a:srgbClr val="526C70"/>
                </a:solidFill>
                <a:latin typeface="Calibri"/>
                <a:ea typeface="Calibri"/>
                <a:cs typeface="Calibri"/>
              </a:defRPr>
            </a:lvl9pPr>
          </a:lstStyle>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Map records and dates.</a:t>
            </a:r>
          </a:p>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Define the outcome</a:t>
            </a:r>
          </a:p>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and prediction window.</a:t>
            </a:r>
          </a:p>
        </p:txBody>
      </p:sp>
      <p:sp>
        <p:nvSpPr>
          <p:cNvPr id="6" name="number-2">
            <a:extLst xmlns:a="http://schemas.openxmlformats.org/drawingml/2006/main">
              <a:ext uri="{FF2B5EF4-FFF2-40B4-BE49-F238E27FC236}">
                <a16:creationId xmlns:a16="http://schemas.microsoft.com/office/drawing/2014/main" id="{3E6A31C7-74B3-4180-9C5B-3D60DD1B6DDC}"/>
              </a:ext>
            </a:extLst>
          </p:cNvPr>
          <p:cNvSpPr>
            <a:spLocks xmlns:a="http://schemas.openxmlformats.org/drawingml/2006/main" noGrp="1"/>
          </p:cNvSpPr>
          <p:nvPr/>
        </p:nvSpPr>
        <p:spPr>
          <a:xfrm xmlns:a="http://schemas.openxmlformats.org/drawingml/2006/main">
            <a:off x="3390900" y="2000250"/>
            <a:ext cx="2476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4200" b="1">
                <a:solidFill>
                  <a:srgbClr val="81B5B0"/>
                </a:solidFill>
                <a:latin typeface="Calibri"/>
                <a:ea typeface="Calibri"/>
                <a:cs typeface="Calibri"/>
              </a:defRPr>
            </a:defPPr>
            <a:lvl1pPr>
              <a:defRPr sz="4200" b="1">
                <a:solidFill>
                  <a:srgbClr val="81B5B0"/>
                </a:solidFill>
                <a:latin typeface="Calibri"/>
                <a:ea typeface="Calibri"/>
                <a:cs typeface="Calibri"/>
              </a:defRPr>
            </a:lvl1pPr>
            <a:lvl2pPr>
              <a:defRPr sz="4200" b="1">
                <a:solidFill>
                  <a:srgbClr val="81B5B0"/>
                </a:solidFill>
                <a:latin typeface="Calibri"/>
                <a:ea typeface="Calibri"/>
                <a:cs typeface="Calibri"/>
              </a:defRPr>
            </a:lvl2pPr>
            <a:lvl3pPr>
              <a:defRPr sz="4200" b="1">
                <a:solidFill>
                  <a:srgbClr val="81B5B0"/>
                </a:solidFill>
                <a:latin typeface="Calibri"/>
                <a:ea typeface="Calibri"/>
                <a:cs typeface="Calibri"/>
              </a:defRPr>
            </a:lvl3pPr>
            <a:lvl4pPr>
              <a:defRPr sz="4200" b="1">
                <a:solidFill>
                  <a:srgbClr val="81B5B0"/>
                </a:solidFill>
                <a:latin typeface="Calibri"/>
                <a:ea typeface="Calibri"/>
                <a:cs typeface="Calibri"/>
              </a:defRPr>
            </a:lvl4pPr>
            <a:lvl5pPr>
              <a:defRPr sz="4200" b="1">
                <a:solidFill>
                  <a:srgbClr val="81B5B0"/>
                </a:solidFill>
                <a:latin typeface="Calibri"/>
                <a:ea typeface="Calibri"/>
                <a:cs typeface="Calibri"/>
              </a:defRPr>
            </a:lvl5pPr>
            <a:lvl6pPr>
              <a:defRPr sz="4200" b="1">
                <a:solidFill>
                  <a:srgbClr val="81B5B0"/>
                </a:solidFill>
                <a:latin typeface="Calibri"/>
                <a:ea typeface="Calibri"/>
                <a:cs typeface="Calibri"/>
              </a:defRPr>
            </a:lvl6pPr>
            <a:lvl7pPr>
              <a:defRPr sz="4200" b="1">
                <a:solidFill>
                  <a:srgbClr val="81B5B0"/>
                </a:solidFill>
                <a:latin typeface="Calibri"/>
                <a:ea typeface="Calibri"/>
                <a:cs typeface="Calibri"/>
              </a:defRPr>
            </a:lvl7pPr>
            <a:lvl8pPr>
              <a:defRPr sz="4200" b="1">
                <a:solidFill>
                  <a:srgbClr val="81B5B0"/>
                </a:solidFill>
                <a:latin typeface="Calibri"/>
                <a:ea typeface="Calibri"/>
                <a:cs typeface="Calibri"/>
              </a:defRPr>
            </a:lvl8pPr>
            <a:lvl9pPr>
              <a:defRPr sz="4200" b="1">
                <a:solidFill>
                  <a:srgbClr val="81B5B0"/>
                </a:solidFill>
                <a:latin typeface="Calibri"/>
                <a:ea typeface="Calibri"/>
                <a:cs typeface="Calibri"/>
              </a:defRPr>
            </a:lvl9pPr>
          </a:lstStyle>
          <a:p xmlns:a="http://schemas.openxmlformats.org/drawingml/2006/main">
            <a:pPr>
              <a:defRPr sz="4200" b="1">
                <a:solidFill>
                  <a:srgbClr val="81B5B0"/>
                </a:solidFill>
                <a:latin typeface="Calibri"/>
                <a:ea typeface="Calibri"/>
                <a:cs typeface="Calibri"/>
              </a:defRPr>
            </a:pPr>
            <a:r>
              <a:rPr sz="4200" b="1">
                <a:solidFill>
                  <a:srgbClr val="81B5B0"/>
                </a:solidFill>
                <a:latin typeface="Calibri"/>
                <a:ea typeface="Calibri"/>
                <a:cs typeface="Calibri"/>
              </a:rPr>
              <a:t>02</a:t>
            </a:r>
          </a:p>
        </p:txBody>
      </p:sp>
      <p:sp>
        <p:nvSpPr>
          <p:cNvPr id="7" name="stage-2">
            <a:extLst xmlns:a="http://schemas.openxmlformats.org/drawingml/2006/main">
              <a:ext uri="{FF2B5EF4-FFF2-40B4-BE49-F238E27FC236}">
                <a16:creationId xmlns:a16="http://schemas.microsoft.com/office/drawing/2014/main" id="{C18D8373-D3B5-49EB-97E0-C5D0828558CA}"/>
              </a:ext>
            </a:extLst>
          </p:cNvPr>
          <p:cNvSpPr>
            <a:spLocks xmlns:a="http://schemas.openxmlformats.org/drawingml/2006/main" noGrp="1"/>
          </p:cNvSpPr>
          <p:nvPr/>
        </p:nvSpPr>
        <p:spPr>
          <a:xfrm xmlns:a="http://schemas.openxmlformats.org/drawingml/2006/main">
            <a:off x="3390900" y="2695575"/>
            <a:ext cx="26289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2175" b="1">
                <a:solidFill>
                  <a:srgbClr val="154752"/>
                </a:solidFill>
                <a:latin typeface="Calibri"/>
                <a:ea typeface="Calibri"/>
                <a:cs typeface="Calibri"/>
              </a:defRPr>
            </a:defPPr>
            <a:lvl1pPr>
              <a:defRPr sz="2175" b="1">
                <a:solidFill>
                  <a:srgbClr val="154752"/>
                </a:solidFill>
                <a:latin typeface="Calibri"/>
                <a:ea typeface="Calibri"/>
                <a:cs typeface="Calibri"/>
              </a:defRPr>
            </a:lvl1pPr>
            <a:lvl2pPr>
              <a:defRPr sz="2175" b="1">
                <a:solidFill>
                  <a:srgbClr val="154752"/>
                </a:solidFill>
                <a:latin typeface="Calibri"/>
                <a:ea typeface="Calibri"/>
                <a:cs typeface="Calibri"/>
              </a:defRPr>
            </a:lvl2pPr>
            <a:lvl3pPr>
              <a:defRPr sz="2175" b="1">
                <a:solidFill>
                  <a:srgbClr val="154752"/>
                </a:solidFill>
                <a:latin typeface="Calibri"/>
                <a:ea typeface="Calibri"/>
                <a:cs typeface="Calibri"/>
              </a:defRPr>
            </a:lvl3pPr>
            <a:lvl4pPr>
              <a:defRPr sz="2175" b="1">
                <a:solidFill>
                  <a:srgbClr val="154752"/>
                </a:solidFill>
                <a:latin typeface="Calibri"/>
                <a:ea typeface="Calibri"/>
                <a:cs typeface="Calibri"/>
              </a:defRPr>
            </a:lvl4pPr>
            <a:lvl5pPr>
              <a:defRPr sz="2175" b="1">
                <a:solidFill>
                  <a:srgbClr val="154752"/>
                </a:solidFill>
                <a:latin typeface="Calibri"/>
                <a:ea typeface="Calibri"/>
                <a:cs typeface="Calibri"/>
              </a:defRPr>
            </a:lvl5pPr>
            <a:lvl6pPr>
              <a:defRPr sz="2175" b="1">
                <a:solidFill>
                  <a:srgbClr val="154752"/>
                </a:solidFill>
                <a:latin typeface="Calibri"/>
                <a:ea typeface="Calibri"/>
                <a:cs typeface="Calibri"/>
              </a:defRPr>
            </a:lvl6pPr>
            <a:lvl7pPr>
              <a:defRPr sz="2175" b="1">
                <a:solidFill>
                  <a:srgbClr val="154752"/>
                </a:solidFill>
                <a:latin typeface="Calibri"/>
                <a:ea typeface="Calibri"/>
                <a:cs typeface="Calibri"/>
              </a:defRPr>
            </a:lvl7pPr>
            <a:lvl8pPr>
              <a:defRPr sz="2175" b="1">
                <a:solidFill>
                  <a:srgbClr val="154752"/>
                </a:solidFill>
                <a:latin typeface="Calibri"/>
                <a:ea typeface="Calibri"/>
                <a:cs typeface="Calibri"/>
              </a:defRPr>
            </a:lvl8pPr>
            <a:lvl9pPr>
              <a:defRPr sz="2175" b="1">
                <a:solidFill>
                  <a:srgbClr val="154752"/>
                </a:solidFill>
                <a:latin typeface="Calibri"/>
                <a:ea typeface="Calibri"/>
                <a:cs typeface="Calibri"/>
              </a:defRPr>
            </a:lvl9pPr>
          </a:lstStyle>
          <a:p xmlns:a="http://schemas.openxmlformats.org/drawingml/2006/main">
            <a:pPr>
              <a:defRPr sz="2175" b="1">
                <a:solidFill>
                  <a:srgbClr val="154752"/>
                </a:solidFill>
                <a:latin typeface="Calibri"/>
                <a:ea typeface="Calibri"/>
                <a:cs typeface="Calibri"/>
              </a:defRPr>
            </a:pPr>
            <a:r>
              <a:rPr sz="2175" b="1">
                <a:solidFill>
                  <a:srgbClr val="154752"/>
                </a:solidFill>
                <a:latin typeface="Calibri"/>
                <a:ea typeface="Calibri"/>
                <a:cs typeface="Calibri"/>
              </a:rPr>
              <a:t>Create features</a:t>
            </a:r>
          </a:p>
        </p:txBody>
      </p:sp>
      <p:sp>
        <p:nvSpPr>
          <p:cNvPr id="8" name="description-2">
            <a:extLst xmlns:a="http://schemas.openxmlformats.org/drawingml/2006/main">
              <a:ext uri="{FF2B5EF4-FFF2-40B4-BE49-F238E27FC236}">
                <a16:creationId xmlns:a16="http://schemas.microsoft.com/office/drawing/2014/main" id="{A48EF917-58F7-46A8-87C9-83899D83D7C2}"/>
              </a:ext>
            </a:extLst>
          </p:cNvPr>
          <p:cNvSpPr>
            <a:spLocks xmlns:a="http://schemas.openxmlformats.org/drawingml/2006/main" noGrp="1"/>
          </p:cNvSpPr>
          <p:nvPr/>
        </p:nvSpPr>
        <p:spPr>
          <a:xfrm xmlns:a="http://schemas.openxmlformats.org/drawingml/2006/main">
            <a:off x="3390900" y="3181350"/>
            <a:ext cx="26193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800" b="0">
                <a:solidFill>
                  <a:srgbClr val="526C70"/>
                </a:solidFill>
                <a:latin typeface="Calibri"/>
                <a:ea typeface="Calibri"/>
                <a:cs typeface="Calibri"/>
              </a:defRPr>
            </a:defPPr>
            <a:lvl1pPr>
              <a:defRPr sz="1800" b="0">
                <a:solidFill>
                  <a:srgbClr val="526C70"/>
                </a:solidFill>
                <a:latin typeface="Calibri"/>
                <a:ea typeface="Calibri"/>
                <a:cs typeface="Calibri"/>
              </a:defRPr>
            </a:lvl1pPr>
            <a:lvl2pPr>
              <a:defRPr sz="1800" b="0">
                <a:solidFill>
                  <a:srgbClr val="526C70"/>
                </a:solidFill>
                <a:latin typeface="Calibri"/>
                <a:ea typeface="Calibri"/>
                <a:cs typeface="Calibri"/>
              </a:defRPr>
            </a:lvl2pPr>
            <a:lvl3pPr>
              <a:defRPr sz="1800" b="0">
                <a:solidFill>
                  <a:srgbClr val="526C70"/>
                </a:solidFill>
                <a:latin typeface="Calibri"/>
                <a:ea typeface="Calibri"/>
                <a:cs typeface="Calibri"/>
              </a:defRPr>
            </a:lvl3pPr>
            <a:lvl4pPr>
              <a:defRPr sz="1800" b="0">
                <a:solidFill>
                  <a:srgbClr val="526C70"/>
                </a:solidFill>
                <a:latin typeface="Calibri"/>
                <a:ea typeface="Calibri"/>
                <a:cs typeface="Calibri"/>
              </a:defRPr>
            </a:lvl4pPr>
            <a:lvl5pPr>
              <a:defRPr sz="1800" b="0">
                <a:solidFill>
                  <a:srgbClr val="526C70"/>
                </a:solidFill>
                <a:latin typeface="Calibri"/>
                <a:ea typeface="Calibri"/>
                <a:cs typeface="Calibri"/>
              </a:defRPr>
            </a:lvl5pPr>
            <a:lvl6pPr>
              <a:defRPr sz="1800" b="0">
                <a:solidFill>
                  <a:srgbClr val="526C70"/>
                </a:solidFill>
                <a:latin typeface="Calibri"/>
                <a:ea typeface="Calibri"/>
                <a:cs typeface="Calibri"/>
              </a:defRPr>
            </a:lvl6pPr>
            <a:lvl7pPr>
              <a:defRPr sz="1800" b="0">
                <a:solidFill>
                  <a:srgbClr val="526C70"/>
                </a:solidFill>
                <a:latin typeface="Calibri"/>
                <a:ea typeface="Calibri"/>
                <a:cs typeface="Calibri"/>
              </a:defRPr>
            </a:lvl7pPr>
            <a:lvl8pPr>
              <a:defRPr sz="1800" b="0">
                <a:solidFill>
                  <a:srgbClr val="526C70"/>
                </a:solidFill>
                <a:latin typeface="Calibri"/>
                <a:ea typeface="Calibri"/>
                <a:cs typeface="Calibri"/>
              </a:defRPr>
            </a:lvl8pPr>
            <a:lvl9pPr>
              <a:defRPr sz="1800" b="0">
                <a:solidFill>
                  <a:srgbClr val="526C70"/>
                </a:solidFill>
                <a:latin typeface="Calibri"/>
                <a:ea typeface="Calibri"/>
                <a:cs typeface="Calibri"/>
              </a:defRPr>
            </a:lvl9pPr>
          </a:lstStyle>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Generate counts and</a:t>
            </a:r>
          </a:p>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recent-activity shares.</a:t>
            </a:r>
          </a:p>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Select useful inputs.</a:t>
            </a:r>
          </a:p>
        </p:txBody>
      </p:sp>
      <p:sp>
        <p:nvSpPr>
          <p:cNvPr id="9" name="number-3">
            <a:extLst xmlns:a="http://schemas.openxmlformats.org/drawingml/2006/main">
              <a:ext uri="{FF2B5EF4-FFF2-40B4-BE49-F238E27FC236}">
                <a16:creationId xmlns:a16="http://schemas.microsoft.com/office/drawing/2014/main" id="{20496C08-2DFC-4DB7-B500-5E7D6E6A4175}"/>
              </a:ext>
            </a:extLst>
          </p:cNvPr>
          <p:cNvSpPr>
            <a:spLocks xmlns:a="http://schemas.openxmlformats.org/drawingml/2006/main" noGrp="1"/>
          </p:cNvSpPr>
          <p:nvPr/>
        </p:nvSpPr>
        <p:spPr>
          <a:xfrm xmlns:a="http://schemas.openxmlformats.org/drawingml/2006/main">
            <a:off x="6172200" y="2000250"/>
            <a:ext cx="2476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4200" b="1">
                <a:solidFill>
                  <a:srgbClr val="81B5B0"/>
                </a:solidFill>
                <a:latin typeface="Calibri"/>
                <a:ea typeface="Calibri"/>
                <a:cs typeface="Calibri"/>
              </a:defRPr>
            </a:defPPr>
            <a:lvl1pPr>
              <a:defRPr sz="4200" b="1">
                <a:solidFill>
                  <a:srgbClr val="81B5B0"/>
                </a:solidFill>
                <a:latin typeface="Calibri"/>
                <a:ea typeface="Calibri"/>
                <a:cs typeface="Calibri"/>
              </a:defRPr>
            </a:lvl1pPr>
            <a:lvl2pPr>
              <a:defRPr sz="4200" b="1">
                <a:solidFill>
                  <a:srgbClr val="81B5B0"/>
                </a:solidFill>
                <a:latin typeface="Calibri"/>
                <a:ea typeface="Calibri"/>
                <a:cs typeface="Calibri"/>
              </a:defRPr>
            </a:lvl2pPr>
            <a:lvl3pPr>
              <a:defRPr sz="4200" b="1">
                <a:solidFill>
                  <a:srgbClr val="81B5B0"/>
                </a:solidFill>
                <a:latin typeface="Calibri"/>
                <a:ea typeface="Calibri"/>
                <a:cs typeface="Calibri"/>
              </a:defRPr>
            </a:lvl3pPr>
            <a:lvl4pPr>
              <a:defRPr sz="4200" b="1">
                <a:solidFill>
                  <a:srgbClr val="81B5B0"/>
                </a:solidFill>
                <a:latin typeface="Calibri"/>
                <a:ea typeface="Calibri"/>
                <a:cs typeface="Calibri"/>
              </a:defRPr>
            </a:lvl4pPr>
            <a:lvl5pPr>
              <a:defRPr sz="4200" b="1">
                <a:solidFill>
                  <a:srgbClr val="81B5B0"/>
                </a:solidFill>
                <a:latin typeface="Calibri"/>
                <a:ea typeface="Calibri"/>
                <a:cs typeface="Calibri"/>
              </a:defRPr>
            </a:lvl5pPr>
            <a:lvl6pPr>
              <a:defRPr sz="4200" b="1">
                <a:solidFill>
                  <a:srgbClr val="81B5B0"/>
                </a:solidFill>
                <a:latin typeface="Calibri"/>
                <a:ea typeface="Calibri"/>
                <a:cs typeface="Calibri"/>
              </a:defRPr>
            </a:lvl6pPr>
            <a:lvl7pPr>
              <a:defRPr sz="4200" b="1">
                <a:solidFill>
                  <a:srgbClr val="81B5B0"/>
                </a:solidFill>
                <a:latin typeface="Calibri"/>
                <a:ea typeface="Calibri"/>
                <a:cs typeface="Calibri"/>
              </a:defRPr>
            </a:lvl7pPr>
            <a:lvl8pPr>
              <a:defRPr sz="4200" b="1">
                <a:solidFill>
                  <a:srgbClr val="81B5B0"/>
                </a:solidFill>
                <a:latin typeface="Calibri"/>
                <a:ea typeface="Calibri"/>
                <a:cs typeface="Calibri"/>
              </a:defRPr>
            </a:lvl8pPr>
            <a:lvl9pPr>
              <a:defRPr sz="4200" b="1">
                <a:solidFill>
                  <a:srgbClr val="81B5B0"/>
                </a:solidFill>
                <a:latin typeface="Calibri"/>
                <a:ea typeface="Calibri"/>
                <a:cs typeface="Calibri"/>
              </a:defRPr>
            </a:lvl9pPr>
          </a:lstStyle>
          <a:p xmlns:a="http://schemas.openxmlformats.org/drawingml/2006/main">
            <a:pPr>
              <a:defRPr sz="4200" b="1">
                <a:solidFill>
                  <a:srgbClr val="81B5B0"/>
                </a:solidFill>
                <a:latin typeface="Calibri"/>
                <a:ea typeface="Calibri"/>
                <a:cs typeface="Calibri"/>
              </a:defRPr>
            </a:pPr>
            <a:r>
              <a:rPr sz="4200" b="1">
                <a:solidFill>
                  <a:srgbClr val="81B5B0"/>
                </a:solidFill>
                <a:latin typeface="Calibri"/>
                <a:ea typeface="Calibri"/>
                <a:cs typeface="Calibri"/>
              </a:rPr>
              <a:t>03</a:t>
            </a:r>
          </a:p>
        </p:txBody>
      </p:sp>
      <p:sp>
        <p:nvSpPr>
          <p:cNvPr id="10" name="stage-3">
            <a:extLst xmlns:a="http://schemas.openxmlformats.org/drawingml/2006/main">
              <a:ext uri="{FF2B5EF4-FFF2-40B4-BE49-F238E27FC236}">
                <a16:creationId xmlns:a16="http://schemas.microsoft.com/office/drawing/2014/main" id="{EB77F71A-1E79-46E1-BC50-91AD3FD45F4C}"/>
              </a:ext>
            </a:extLst>
          </p:cNvPr>
          <p:cNvSpPr>
            <a:spLocks xmlns:a="http://schemas.openxmlformats.org/drawingml/2006/main" noGrp="1"/>
          </p:cNvSpPr>
          <p:nvPr/>
        </p:nvSpPr>
        <p:spPr>
          <a:xfrm xmlns:a="http://schemas.openxmlformats.org/drawingml/2006/main">
            <a:off x="6172200" y="2695575"/>
            <a:ext cx="26289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2175" b="1">
                <a:solidFill>
                  <a:srgbClr val="154752"/>
                </a:solidFill>
                <a:latin typeface="Calibri"/>
                <a:ea typeface="Calibri"/>
                <a:cs typeface="Calibri"/>
              </a:defRPr>
            </a:defPPr>
            <a:lvl1pPr>
              <a:defRPr sz="2175" b="1">
                <a:solidFill>
                  <a:srgbClr val="154752"/>
                </a:solidFill>
                <a:latin typeface="Calibri"/>
                <a:ea typeface="Calibri"/>
                <a:cs typeface="Calibri"/>
              </a:defRPr>
            </a:lvl1pPr>
            <a:lvl2pPr>
              <a:defRPr sz="2175" b="1">
                <a:solidFill>
                  <a:srgbClr val="154752"/>
                </a:solidFill>
                <a:latin typeface="Calibri"/>
                <a:ea typeface="Calibri"/>
                <a:cs typeface="Calibri"/>
              </a:defRPr>
            </a:lvl2pPr>
            <a:lvl3pPr>
              <a:defRPr sz="2175" b="1">
                <a:solidFill>
                  <a:srgbClr val="154752"/>
                </a:solidFill>
                <a:latin typeface="Calibri"/>
                <a:ea typeface="Calibri"/>
                <a:cs typeface="Calibri"/>
              </a:defRPr>
            </a:lvl3pPr>
            <a:lvl4pPr>
              <a:defRPr sz="2175" b="1">
                <a:solidFill>
                  <a:srgbClr val="154752"/>
                </a:solidFill>
                <a:latin typeface="Calibri"/>
                <a:ea typeface="Calibri"/>
                <a:cs typeface="Calibri"/>
              </a:defRPr>
            </a:lvl4pPr>
            <a:lvl5pPr>
              <a:defRPr sz="2175" b="1">
                <a:solidFill>
                  <a:srgbClr val="154752"/>
                </a:solidFill>
                <a:latin typeface="Calibri"/>
                <a:ea typeface="Calibri"/>
                <a:cs typeface="Calibri"/>
              </a:defRPr>
            </a:lvl5pPr>
            <a:lvl6pPr>
              <a:defRPr sz="2175" b="1">
                <a:solidFill>
                  <a:srgbClr val="154752"/>
                </a:solidFill>
                <a:latin typeface="Calibri"/>
                <a:ea typeface="Calibri"/>
                <a:cs typeface="Calibri"/>
              </a:defRPr>
            </a:lvl6pPr>
            <a:lvl7pPr>
              <a:defRPr sz="2175" b="1">
                <a:solidFill>
                  <a:srgbClr val="154752"/>
                </a:solidFill>
                <a:latin typeface="Calibri"/>
                <a:ea typeface="Calibri"/>
                <a:cs typeface="Calibri"/>
              </a:defRPr>
            </a:lvl7pPr>
            <a:lvl8pPr>
              <a:defRPr sz="2175" b="1">
                <a:solidFill>
                  <a:srgbClr val="154752"/>
                </a:solidFill>
                <a:latin typeface="Calibri"/>
                <a:ea typeface="Calibri"/>
                <a:cs typeface="Calibri"/>
              </a:defRPr>
            </a:lvl8pPr>
            <a:lvl9pPr>
              <a:defRPr sz="2175" b="1">
                <a:solidFill>
                  <a:srgbClr val="154752"/>
                </a:solidFill>
                <a:latin typeface="Calibri"/>
                <a:ea typeface="Calibri"/>
                <a:cs typeface="Calibri"/>
              </a:defRPr>
            </a:lvl9pPr>
          </a:lstStyle>
          <a:p xmlns:a="http://schemas.openxmlformats.org/drawingml/2006/main">
            <a:pPr>
              <a:defRPr sz="2175" b="1">
                <a:solidFill>
                  <a:srgbClr val="154752"/>
                </a:solidFill>
                <a:latin typeface="Calibri"/>
                <a:ea typeface="Calibri"/>
                <a:cs typeface="Calibri"/>
              </a:defRPr>
            </a:pPr>
            <a:r>
              <a:rPr sz="2175" b="1">
                <a:solidFill>
                  <a:srgbClr val="154752"/>
                </a:solidFill>
                <a:latin typeface="Calibri"/>
                <a:ea typeface="Calibri"/>
                <a:cs typeface="Calibri"/>
              </a:rPr>
              <a:t>Train &amp; compare</a:t>
            </a:r>
          </a:p>
        </p:txBody>
      </p:sp>
      <p:sp>
        <p:nvSpPr>
          <p:cNvPr id="11" name="description-3">
            <a:extLst xmlns:a="http://schemas.openxmlformats.org/drawingml/2006/main">
              <a:ext uri="{FF2B5EF4-FFF2-40B4-BE49-F238E27FC236}">
                <a16:creationId xmlns:a16="http://schemas.microsoft.com/office/drawing/2014/main" id="{93C1D25C-655B-4D72-93D4-AEF81C525F34}"/>
              </a:ext>
            </a:extLst>
          </p:cNvPr>
          <p:cNvSpPr>
            <a:spLocks xmlns:a="http://schemas.openxmlformats.org/drawingml/2006/main" noGrp="1"/>
          </p:cNvSpPr>
          <p:nvPr/>
        </p:nvSpPr>
        <p:spPr>
          <a:xfrm xmlns:a="http://schemas.openxmlformats.org/drawingml/2006/main">
            <a:off x="6172200" y="3181350"/>
            <a:ext cx="26193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800" b="0">
                <a:solidFill>
                  <a:srgbClr val="526C70"/>
                </a:solidFill>
                <a:latin typeface="Calibri"/>
                <a:ea typeface="Calibri"/>
                <a:cs typeface="Calibri"/>
              </a:defRPr>
            </a:defPPr>
            <a:lvl1pPr>
              <a:defRPr sz="1800" b="0">
                <a:solidFill>
                  <a:srgbClr val="526C70"/>
                </a:solidFill>
                <a:latin typeface="Calibri"/>
                <a:ea typeface="Calibri"/>
                <a:cs typeface="Calibri"/>
              </a:defRPr>
            </a:lvl1pPr>
            <a:lvl2pPr>
              <a:defRPr sz="1800" b="0">
                <a:solidFill>
                  <a:srgbClr val="526C70"/>
                </a:solidFill>
                <a:latin typeface="Calibri"/>
                <a:ea typeface="Calibri"/>
                <a:cs typeface="Calibri"/>
              </a:defRPr>
            </a:lvl2pPr>
            <a:lvl3pPr>
              <a:defRPr sz="1800" b="0">
                <a:solidFill>
                  <a:srgbClr val="526C70"/>
                </a:solidFill>
                <a:latin typeface="Calibri"/>
                <a:ea typeface="Calibri"/>
                <a:cs typeface="Calibri"/>
              </a:defRPr>
            </a:lvl3pPr>
            <a:lvl4pPr>
              <a:defRPr sz="1800" b="0">
                <a:solidFill>
                  <a:srgbClr val="526C70"/>
                </a:solidFill>
                <a:latin typeface="Calibri"/>
                <a:ea typeface="Calibri"/>
                <a:cs typeface="Calibri"/>
              </a:defRPr>
            </a:lvl4pPr>
            <a:lvl5pPr>
              <a:defRPr sz="1800" b="0">
                <a:solidFill>
                  <a:srgbClr val="526C70"/>
                </a:solidFill>
                <a:latin typeface="Calibri"/>
                <a:ea typeface="Calibri"/>
                <a:cs typeface="Calibri"/>
              </a:defRPr>
            </a:lvl5pPr>
            <a:lvl6pPr>
              <a:defRPr sz="1800" b="0">
                <a:solidFill>
                  <a:srgbClr val="526C70"/>
                </a:solidFill>
                <a:latin typeface="Calibri"/>
                <a:ea typeface="Calibri"/>
                <a:cs typeface="Calibri"/>
              </a:defRPr>
            </a:lvl6pPr>
            <a:lvl7pPr>
              <a:defRPr sz="1800" b="0">
                <a:solidFill>
                  <a:srgbClr val="526C70"/>
                </a:solidFill>
                <a:latin typeface="Calibri"/>
                <a:ea typeface="Calibri"/>
                <a:cs typeface="Calibri"/>
              </a:defRPr>
            </a:lvl7pPr>
            <a:lvl8pPr>
              <a:defRPr sz="1800" b="0">
                <a:solidFill>
                  <a:srgbClr val="526C70"/>
                </a:solidFill>
                <a:latin typeface="Calibri"/>
                <a:ea typeface="Calibri"/>
                <a:cs typeface="Calibri"/>
              </a:defRPr>
            </a:lvl8pPr>
            <a:lvl9pPr>
              <a:defRPr sz="1800" b="0">
                <a:solidFill>
                  <a:srgbClr val="526C70"/>
                </a:solidFill>
                <a:latin typeface="Calibri"/>
                <a:ea typeface="Calibri"/>
                <a:cs typeface="Calibri"/>
              </a:defRPr>
            </a:lvl9pPr>
          </a:lstStyle>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Fit deep learning and</a:t>
            </a:r>
          </a:p>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simpler models. Test value</a:t>
            </a:r>
          </a:p>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on untouched data.</a:t>
            </a:r>
          </a:p>
        </p:txBody>
      </p:sp>
      <p:sp>
        <p:nvSpPr>
          <p:cNvPr id="12" name="number-4">
            <a:extLst xmlns:a="http://schemas.openxmlformats.org/drawingml/2006/main">
              <a:ext uri="{FF2B5EF4-FFF2-40B4-BE49-F238E27FC236}">
                <a16:creationId xmlns:a16="http://schemas.microsoft.com/office/drawing/2014/main" id="{3B57EE35-38E5-4FE6-8426-05E17F35FA9C}"/>
              </a:ext>
            </a:extLst>
          </p:cNvPr>
          <p:cNvSpPr>
            <a:spLocks xmlns:a="http://schemas.openxmlformats.org/drawingml/2006/main" noGrp="1"/>
          </p:cNvSpPr>
          <p:nvPr/>
        </p:nvSpPr>
        <p:spPr>
          <a:xfrm xmlns:a="http://schemas.openxmlformats.org/drawingml/2006/main">
            <a:off x="8953500" y="2000250"/>
            <a:ext cx="2476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4200" b="1">
                <a:solidFill>
                  <a:srgbClr val="81B5B0"/>
                </a:solidFill>
                <a:latin typeface="Calibri"/>
                <a:ea typeface="Calibri"/>
                <a:cs typeface="Calibri"/>
              </a:defRPr>
            </a:defPPr>
            <a:lvl1pPr>
              <a:defRPr sz="4200" b="1">
                <a:solidFill>
                  <a:srgbClr val="81B5B0"/>
                </a:solidFill>
                <a:latin typeface="Calibri"/>
                <a:ea typeface="Calibri"/>
                <a:cs typeface="Calibri"/>
              </a:defRPr>
            </a:lvl1pPr>
            <a:lvl2pPr>
              <a:defRPr sz="4200" b="1">
                <a:solidFill>
                  <a:srgbClr val="81B5B0"/>
                </a:solidFill>
                <a:latin typeface="Calibri"/>
                <a:ea typeface="Calibri"/>
                <a:cs typeface="Calibri"/>
              </a:defRPr>
            </a:lvl2pPr>
            <a:lvl3pPr>
              <a:defRPr sz="4200" b="1">
                <a:solidFill>
                  <a:srgbClr val="81B5B0"/>
                </a:solidFill>
                <a:latin typeface="Calibri"/>
                <a:ea typeface="Calibri"/>
                <a:cs typeface="Calibri"/>
              </a:defRPr>
            </a:lvl3pPr>
            <a:lvl4pPr>
              <a:defRPr sz="4200" b="1">
                <a:solidFill>
                  <a:srgbClr val="81B5B0"/>
                </a:solidFill>
                <a:latin typeface="Calibri"/>
                <a:ea typeface="Calibri"/>
                <a:cs typeface="Calibri"/>
              </a:defRPr>
            </a:lvl4pPr>
            <a:lvl5pPr>
              <a:defRPr sz="4200" b="1">
                <a:solidFill>
                  <a:srgbClr val="81B5B0"/>
                </a:solidFill>
                <a:latin typeface="Calibri"/>
                <a:ea typeface="Calibri"/>
                <a:cs typeface="Calibri"/>
              </a:defRPr>
            </a:lvl5pPr>
            <a:lvl6pPr>
              <a:defRPr sz="4200" b="1">
                <a:solidFill>
                  <a:srgbClr val="81B5B0"/>
                </a:solidFill>
                <a:latin typeface="Calibri"/>
                <a:ea typeface="Calibri"/>
                <a:cs typeface="Calibri"/>
              </a:defRPr>
            </a:lvl6pPr>
            <a:lvl7pPr>
              <a:defRPr sz="4200" b="1">
                <a:solidFill>
                  <a:srgbClr val="81B5B0"/>
                </a:solidFill>
                <a:latin typeface="Calibri"/>
                <a:ea typeface="Calibri"/>
                <a:cs typeface="Calibri"/>
              </a:defRPr>
            </a:lvl7pPr>
            <a:lvl8pPr>
              <a:defRPr sz="4200" b="1">
                <a:solidFill>
                  <a:srgbClr val="81B5B0"/>
                </a:solidFill>
                <a:latin typeface="Calibri"/>
                <a:ea typeface="Calibri"/>
                <a:cs typeface="Calibri"/>
              </a:defRPr>
            </a:lvl8pPr>
            <a:lvl9pPr>
              <a:defRPr sz="4200" b="1">
                <a:solidFill>
                  <a:srgbClr val="81B5B0"/>
                </a:solidFill>
                <a:latin typeface="Calibri"/>
                <a:ea typeface="Calibri"/>
                <a:cs typeface="Calibri"/>
              </a:defRPr>
            </a:lvl9pPr>
          </a:lstStyle>
          <a:p xmlns:a="http://schemas.openxmlformats.org/drawingml/2006/main">
            <a:pPr>
              <a:defRPr sz="4200" b="1">
                <a:solidFill>
                  <a:srgbClr val="81B5B0"/>
                </a:solidFill>
                <a:latin typeface="Calibri"/>
                <a:ea typeface="Calibri"/>
                <a:cs typeface="Calibri"/>
              </a:defRPr>
            </a:pPr>
            <a:r>
              <a:rPr sz="4200" b="1">
                <a:solidFill>
                  <a:srgbClr val="81B5B0"/>
                </a:solidFill>
                <a:latin typeface="Calibri"/>
                <a:ea typeface="Calibri"/>
                <a:cs typeface="Calibri"/>
              </a:rPr>
              <a:t>04</a:t>
            </a:r>
          </a:p>
        </p:txBody>
      </p:sp>
      <p:sp>
        <p:nvSpPr>
          <p:cNvPr id="13" name="stage-4">
            <a:extLst xmlns:a="http://schemas.openxmlformats.org/drawingml/2006/main">
              <a:ext uri="{FF2B5EF4-FFF2-40B4-BE49-F238E27FC236}">
                <a16:creationId xmlns:a16="http://schemas.microsoft.com/office/drawing/2014/main" id="{57E4E771-CD87-43DF-9C29-6D3D149ED47F}"/>
              </a:ext>
            </a:extLst>
          </p:cNvPr>
          <p:cNvSpPr>
            <a:spLocks xmlns:a="http://schemas.openxmlformats.org/drawingml/2006/main" noGrp="1"/>
          </p:cNvSpPr>
          <p:nvPr/>
        </p:nvSpPr>
        <p:spPr>
          <a:xfrm xmlns:a="http://schemas.openxmlformats.org/drawingml/2006/main">
            <a:off x="8953500" y="2695575"/>
            <a:ext cx="26289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2175" b="1">
                <a:solidFill>
                  <a:srgbClr val="154752"/>
                </a:solidFill>
                <a:latin typeface="Calibri"/>
                <a:ea typeface="Calibri"/>
                <a:cs typeface="Calibri"/>
              </a:defRPr>
            </a:defPPr>
            <a:lvl1pPr>
              <a:defRPr sz="2175" b="1">
                <a:solidFill>
                  <a:srgbClr val="154752"/>
                </a:solidFill>
                <a:latin typeface="Calibri"/>
                <a:ea typeface="Calibri"/>
                <a:cs typeface="Calibri"/>
              </a:defRPr>
            </a:lvl1pPr>
            <a:lvl2pPr>
              <a:defRPr sz="2175" b="1">
                <a:solidFill>
                  <a:srgbClr val="154752"/>
                </a:solidFill>
                <a:latin typeface="Calibri"/>
                <a:ea typeface="Calibri"/>
                <a:cs typeface="Calibri"/>
              </a:defRPr>
            </a:lvl2pPr>
            <a:lvl3pPr>
              <a:defRPr sz="2175" b="1">
                <a:solidFill>
                  <a:srgbClr val="154752"/>
                </a:solidFill>
                <a:latin typeface="Calibri"/>
                <a:ea typeface="Calibri"/>
                <a:cs typeface="Calibri"/>
              </a:defRPr>
            </a:lvl3pPr>
            <a:lvl4pPr>
              <a:defRPr sz="2175" b="1">
                <a:solidFill>
                  <a:srgbClr val="154752"/>
                </a:solidFill>
                <a:latin typeface="Calibri"/>
                <a:ea typeface="Calibri"/>
                <a:cs typeface="Calibri"/>
              </a:defRPr>
            </a:lvl4pPr>
            <a:lvl5pPr>
              <a:defRPr sz="2175" b="1">
                <a:solidFill>
                  <a:srgbClr val="154752"/>
                </a:solidFill>
                <a:latin typeface="Calibri"/>
                <a:ea typeface="Calibri"/>
                <a:cs typeface="Calibri"/>
              </a:defRPr>
            </a:lvl5pPr>
            <a:lvl6pPr>
              <a:defRPr sz="2175" b="1">
                <a:solidFill>
                  <a:srgbClr val="154752"/>
                </a:solidFill>
                <a:latin typeface="Calibri"/>
                <a:ea typeface="Calibri"/>
                <a:cs typeface="Calibri"/>
              </a:defRPr>
            </a:lvl6pPr>
            <a:lvl7pPr>
              <a:defRPr sz="2175" b="1">
                <a:solidFill>
                  <a:srgbClr val="154752"/>
                </a:solidFill>
                <a:latin typeface="Calibri"/>
                <a:ea typeface="Calibri"/>
                <a:cs typeface="Calibri"/>
              </a:defRPr>
            </a:lvl7pPr>
            <a:lvl8pPr>
              <a:defRPr sz="2175" b="1">
                <a:solidFill>
                  <a:srgbClr val="154752"/>
                </a:solidFill>
                <a:latin typeface="Calibri"/>
                <a:ea typeface="Calibri"/>
                <a:cs typeface="Calibri"/>
              </a:defRPr>
            </a:lvl8pPr>
            <a:lvl9pPr>
              <a:defRPr sz="2175" b="1">
                <a:solidFill>
                  <a:srgbClr val="154752"/>
                </a:solidFill>
                <a:latin typeface="Calibri"/>
                <a:ea typeface="Calibri"/>
                <a:cs typeface="Calibri"/>
              </a:defRPr>
            </a:lvl9pPr>
          </a:lstStyle>
          <a:p xmlns:a="http://schemas.openxmlformats.org/drawingml/2006/main">
            <a:pPr>
              <a:defRPr sz="2175" b="1">
                <a:solidFill>
                  <a:srgbClr val="154752"/>
                </a:solidFill>
                <a:latin typeface="Calibri"/>
                <a:ea typeface="Calibri"/>
                <a:cs typeface="Calibri"/>
              </a:defRPr>
            </a:pPr>
            <a:r>
              <a:rPr sz="2175" b="1">
                <a:solidFill>
                  <a:srgbClr val="154752"/>
                </a:solidFill>
                <a:latin typeface="Calibri"/>
                <a:ea typeface="Calibri"/>
                <a:cs typeface="Calibri"/>
              </a:rPr>
              <a:t>Deliver outputs</a:t>
            </a:r>
          </a:p>
        </p:txBody>
      </p:sp>
      <p:sp>
        <p:nvSpPr>
          <p:cNvPr id="14" name="description-4">
            <a:extLst xmlns:a="http://schemas.openxmlformats.org/drawingml/2006/main">
              <a:ext uri="{FF2B5EF4-FFF2-40B4-BE49-F238E27FC236}">
                <a16:creationId xmlns:a16="http://schemas.microsoft.com/office/drawing/2014/main" id="{59E04E11-F581-4A1F-BCF9-ECD6FD290C04}"/>
              </a:ext>
            </a:extLst>
          </p:cNvPr>
          <p:cNvSpPr>
            <a:spLocks xmlns:a="http://schemas.openxmlformats.org/drawingml/2006/main" noGrp="1"/>
          </p:cNvSpPr>
          <p:nvPr/>
        </p:nvSpPr>
        <p:spPr>
          <a:xfrm xmlns:a="http://schemas.openxmlformats.org/drawingml/2006/main">
            <a:off x="8953500" y="3181350"/>
            <a:ext cx="2619375"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800" b="0">
                <a:solidFill>
                  <a:srgbClr val="526C70"/>
                </a:solidFill>
                <a:latin typeface="Calibri"/>
                <a:ea typeface="Calibri"/>
                <a:cs typeface="Calibri"/>
              </a:defRPr>
            </a:defPPr>
            <a:lvl1pPr>
              <a:defRPr sz="1800" b="0">
                <a:solidFill>
                  <a:srgbClr val="526C70"/>
                </a:solidFill>
                <a:latin typeface="Calibri"/>
                <a:ea typeface="Calibri"/>
                <a:cs typeface="Calibri"/>
              </a:defRPr>
            </a:lvl1pPr>
            <a:lvl2pPr>
              <a:defRPr sz="1800" b="0">
                <a:solidFill>
                  <a:srgbClr val="526C70"/>
                </a:solidFill>
                <a:latin typeface="Calibri"/>
                <a:ea typeface="Calibri"/>
                <a:cs typeface="Calibri"/>
              </a:defRPr>
            </a:lvl2pPr>
            <a:lvl3pPr>
              <a:defRPr sz="1800" b="0">
                <a:solidFill>
                  <a:srgbClr val="526C70"/>
                </a:solidFill>
                <a:latin typeface="Calibri"/>
                <a:ea typeface="Calibri"/>
                <a:cs typeface="Calibri"/>
              </a:defRPr>
            </a:lvl3pPr>
            <a:lvl4pPr>
              <a:defRPr sz="1800" b="0">
                <a:solidFill>
                  <a:srgbClr val="526C70"/>
                </a:solidFill>
                <a:latin typeface="Calibri"/>
                <a:ea typeface="Calibri"/>
                <a:cs typeface="Calibri"/>
              </a:defRPr>
            </a:lvl4pPr>
            <a:lvl5pPr>
              <a:defRPr sz="1800" b="0">
                <a:solidFill>
                  <a:srgbClr val="526C70"/>
                </a:solidFill>
                <a:latin typeface="Calibri"/>
                <a:ea typeface="Calibri"/>
                <a:cs typeface="Calibri"/>
              </a:defRPr>
            </a:lvl5pPr>
            <a:lvl6pPr>
              <a:defRPr sz="1800" b="0">
                <a:solidFill>
                  <a:srgbClr val="526C70"/>
                </a:solidFill>
                <a:latin typeface="Calibri"/>
                <a:ea typeface="Calibri"/>
                <a:cs typeface="Calibri"/>
              </a:defRPr>
            </a:lvl6pPr>
            <a:lvl7pPr>
              <a:defRPr sz="1800" b="0">
                <a:solidFill>
                  <a:srgbClr val="526C70"/>
                </a:solidFill>
                <a:latin typeface="Calibri"/>
                <a:ea typeface="Calibri"/>
                <a:cs typeface="Calibri"/>
              </a:defRPr>
            </a:lvl7pPr>
            <a:lvl8pPr>
              <a:defRPr sz="1800" b="0">
                <a:solidFill>
                  <a:srgbClr val="526C70"/>
                </a:solidFill>
                <a:latin typeface="Calibri"/>
                <a:ea typeface="Calibri"/>
                <a:cs typeface="Calibri"/>
              </a:defRPr>
            </a:lvl8pPr>
            <a:lvl9pPr>
              <a:defRPr sz="1800" b="0">
                <a:solidFill>
                  <a:srgbClr val="526C70"/>
                </a:solidFill>
                <a:latin typeface="Calibri"/>
                <a:ea typeface="Calibri"/>
                <a:cs typeface="Calibri"/>
              </a:defRPr>
            </a:lvl9pPr>
          </a:lstStyle>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Return feature tables,</a:t>
            </a:r>
          </a:p>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scores and evaluation</a:t>
            </a:r>
          </a:p>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through one interface.</a:t>
            </a:r>
          </a:p>
        </p:txBody>
      </p:sp>
      <p:sp>
        <p:nvSpPr>
          <p:cNvPr id="15" name="reuse-heading">
            <a:extLst xmlns:a="http://schemas.openxmlformats.org/drawingml/2006/main">
              <a:ext uri="{FF2B5EF4-FFF2-40B4-BE49-F238E27FC236}">
                <a16:creationId xmlns:a16="http://schemas.microsoft.com/office/drawing/2014/main" id="{DEE09208-539B-4E4B-B37A-C69200B5D2B7}"/>
              </a:ext>
            </a:extLst>
          </p:cNvPr>
          <p:cNvSpPr>
            <a:spLocks xmlns:a="http://schemas.openxmlformats.org/drawingml/2006/main" noGrp="1"/>
          </p:cNvSpPr>
          <p:nvPr/>
        </p:nvSpPr>
        <p:spPr>
          <a:xfrm xmlns:a="http://schemas.openxmlformats.org/drawingml/2006/main">
            <a:off x="609600" y="4448175"/>
            <a:ext cx="5067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2100" b="1">
                <a:solidFill>
                  <a:srgbClr val="154752"/>
                </a:solidFill>
                <a:latin typeface="Calibri"/>
                <a:ea typeface="Calibri"/>
                <a:cs typeface="Calibri"/>
              </a:defRPr>
            </a:defPPr>
            <a:lvl1pPr>
              <a:defRPr sz="2100" b="1">
                <a:solidFill>
                  <a:srgbClr val="154752"/>
                </a:solidFill>
                <a:latin typeface="Calibri"/>
                <a:ea typeface="Calibri"/>
                <a:cs typeface="Calibri"/>
              </a:defRPr>
            </a:lvl1pPr>
            <a:lvl2pPr>
              <a:defRPr sz="2100" b="1">
                <a:solidFill>
                  <a:srgbClr val="154752"/>
                </a:solidFill>
                <a:latin typeface="Calibri"/>
                <a:ea typeface="Calibri"/>
                <a:cs typeface="Calibri"/>
              </a:defRPr>
            </a:lvl2pPr>
            <a:lvl3pPr>
              <a:defRPr sz="2100" b="1">
                <a:solidFill>
                  <a:srgbClr val="154752"/>
                </a:solidFill>
                <a:latin typeface="Calibri"/>
                <a:ea typeface="Calibri"/>
                <a:cs typeface="Calibri"/>
              </a:defRPr>
            </a:lvl3pPr>
            <a:lvl4pPr>
              <a:defRPr sz="2100" b="1">
                <a:solidFill>
                  <a:srgbClr val="154752"/>
                </a:solidFill>
                <a:latin typeface="Calibri"/>
                <a:ea typeface="Calibri"/>
                <a:cs typeface="Calibri"/>
              </a:defRPr>
            </a:lvl4pPr>
            <a:lvl5pPr>
              <a:defRPr sz="2100" b="1">
                <a:solidFill>
                  <a:srgbClr val="154752"/>
                </a:solidFill>
                <a:latin typeface="Calibri"/>
                <a:ea typeface="Calibri"/>
                <a:cs typeface="Calibri"/>
              </a:defRPr>
            </a:lvl5pPr>
            <a:lvl6pPr>
              <a:defRPr sz="2100" b="1">
                <a:solidFill>
                  <a:srgbClr val="154752"/>
                </a:solidFill>
                <a:latin typeface="Calibri"/>
                <a:ea typeface="Calibri"/>
                <a:cs typeface="Calibri"/>
              </a:defRPr>
            </a:lvl6pPr>
            <a:lvl7pPr>
              <a:defRPr sz="2100" b="1">
                <a:solidFill>
                  <a:srgbClr val="154752"/>
                </a:solidFill>
                <a:latin typeface="Calibri"/>
                <a:ea typeface="Calibri"/>
                <a:cs typeface="Calibri"/>
              </a:defRPr>
            </a:lvl7pPr>
            <a:lvl8pPr>
              <a:defRPr sz="2100" b="1">
                <a:solidFill>
                  <a:srgbClr val="154752"/>
                </a:solidFill>
                <a:latin typeface="Calibri"/>
                <a:ea typeface="Calibri"/>
                <a:cs typeface="Calibri"/>
              </a:defRPr>
            </a:lvl8pPr>
            <a:lvl9pPr>
              <a:defRPr sz="2100" b="1">
                <a:solidFill>
                  <a:srgbClr val="154752"/>
                </a:solidFill>
                <a:latin typeface="Calibri"/>
                <a:ea typeface="Calibri"/>
                <a:cs typeface="Calibri"/>
              </a:defRPr>
            </a:lvl9pPr>
          </a:lstStyle>
          <a:p xmlns:a="http://schemas.openxmlformats.org/drawingml/2006/main">
            <a:pPr>
              <a:defRPr sz="2100" b="1">
                <a:solidFill>
                  <a:srgbClr val="154752"/>
                </a:solidFill>
                <a:latin typeface="Calibri"/>
                <a:ea typeface="Calibri"/>
                <a:cs typeface="Calibri"/>
              </a:defRPr>
            </a:pPr>
            <a:r>
              <a:rPr sz="2100" b="1">
                <a:solidFill>
                  <a:srgbClr val="154752"/>
                </a:solidFill>
                <a:latin typeface="Calibri"/>
                <a:ea typeface="Calibri"/>
                <a:cs typeface="Calibri"/>
              </a:rPr>
              <a:t>Reuse across projects</a:t>
            </a:r>
          </a:p>
        </p:txBody>
      </p:sp>
      <p:sp>
        <p:nvSpPr>
          <p:cNvPr id="16" name="reuse">
            <a:extLst xmlns:a="http://schemas.openxmlformats.org/drawingml/2006/main">
              <a:ext uri="{FF2B5EF4-FFF2-40B4-BE49-F238E27FC236}">
                <a16:creationId xmlns:a16="http://schemas.microsoft.com/office/drawing/2014/main" id="{779F1617-CA10-4FC4-89A3-AF34B9C0A902}"/>
              </a:ext>
            </a:extLst>
          </p:cNvPr>
          <p:cNvSpPr>
            <a:spLocks xmlns:a="http://schemas.openxmlformats.org/drawingml/2006/main" noGrp="1"/>
          </p:cNvSpPr>
          <p:nvPr/>
        </p:nvSpPr>
        <p:spPr>
          <a:xfrm xmlns:a="http://schemas.openxmlformats.org/drawingml/2006/main">
            <a:off x="609600" y="4876800"/>
            <a:ext cx="523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800" b="0">
                <a:solidFill>
                  <a:srgbClr val="526C70"/>
                </a:solidFill>
                <a:latin typeface="Calibri"/>
                <a:ea typeface="Calibri"/>
                <a:cs typeface="Calibri"/>
              </a:defRPr>
            </a:defPPr>
            <a:lvl1pPr>
              <a:defRPr sz="1800" b="0">
                <a:solidFill>
                  <a:srgbClr val="526C70"/>
                </a:solidFill>
                <a:latin typeface="Calibri"/>
                <a:ea typeface="Calibri"/>
                <a:cs typeface="Calibri"/>
              </a:defRPr>
            </a:lvl1pPr>
            <a:lvl2pPr>
              <a:defRPr sz="1800" b="0">
                <a:solidFill>
                  <a:srgbClr val="526C70"/>
                </a:solidFill>
                <a:latin typeface="Calibri"/>
                <a:ea typeface="Calibri"/>
                <a:cs typeface="Calibri"/>
              </a:defRPr>
            </a:lvl2pPr>
            <a:lvl3pPr>
              <a:defRPr sz="1800" b="0">
                <a:solidFill>
                  <a:srgbClr val="526C70"/>
                </a:solidFill>
                <a:latin typeface="Calibri"/>
                <a:ea typeface="Calibri"/>
                <a:cs typeface="Calibri"/>
              </a:defRPr>
            </a:lvl3pPr>
            <a:lvl4pPr>
              <a:defRPr sz="1800" b="0">
                <a:solidFill>
                  <a:srgbClr val="526C70"/>
                </a:solidFill>
                <a:latin typeface="Calibri"/>
                <a:ea typeface="Calibri"/>
                <a:cs typeface="Calibri"/>
              </a:defRPr>
            </a:lvl4pPr>
            <a:lvl5pPr>
              <a:defRPr sz="1800" b="0">
                <a:solidFill>
                  <a:srgbClr val="526C70"/>
                </a:solidFill>
                <a:latin typeface="Calibri"/>
                <a:ea typeface="Calibri"/>
                <a:cs typeface="Calibri"/>
              </a:defRPr>
            </a:lvl5pPr>
            <a:lvl6pPr>
              <a:defRPr sz="1800" b="0">
                <a:solidFill>
                  <a:srgbClr val="526C70"/>
                </a:solidFill>
                <a:latin typeface="Calibri"/>
                <a:ea typeface="Calibri"/>
                <a:cs typeface="Calibri"/>
              </a:defRPr>
            </a:lvl6pPr>
            <a:lvl7pPr>
              <a:defRPr sz="1800" b="0">
                <a:solidFill>
                  <a:srgbClr val="526C70"/>
                </a:solidFill>
                <a:latin typeface="Calibri"/>
                <a:ea typeface="Calibri"/>
                <a:cs typeface="Calibri"/>
              </a:defRPr>
            </a:lvl7pPr>
            <a:lvl8pPr>
              <a:defRPr sz="1800" b="0">
                <a:solidFill>
                  <a:srgbClr val="526C70"/>
                </a:solidFill>
                <a:latin typeface="Calibri"/>
                <a:ea typeface="Calibri"/>
                <a:cs typeface="Calibri"/>
              </a:defRPr>
            </a:lvl8pPr>
            <a:lvl9pPr>
              <a:defRPr sz="1800" b="0">
                <a:solidFill>
                  <a:srgbClr val="526C70"/>
                </a:solidFill>
                <a:latin typeface="Calibri"/>
                <a:ea typeface="Calibri"/>
                <a:cs typeface="Calibri"/>
              </a:defRPr>
            </a:lvl9pPr>
          </a:lstStyle>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Feature recipes, training modules,</a:t>
            </a:r>
          </a:p>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evaluation and version tracking.</a:t>
            </a:r>
          </a:p>
        </p:txBody>
      </p:sp>
      <p:sp>
        <p:nvSpPr>
          <p:cNvPr id="17" name="configure-heading">
            <a:extLst xmlns:a="http://schemas.openxmlformats.org/drawingml/2006/main">
              <a:ext uri="{FF2B5EF4-FFF2-40B4-BE49-F238E27FC236}">
                <a16:creationId xmlns:a16="http://schemas.microsoft.com/office/drawing/2014/main" id="{482C7DAA-A304-4ED3-BFAE-3DF8BDD7C29E}"/>
              </a:ext>
            </a:extLst>
          </p:cNvPr>
          <p:cNvSpPr>
            <a:spLocks xmlns:a="http://schemas.openxmlformats.org/drawingml/2006/main" noGrp="1"/>
          </p:cNvSpPr>
          <p:nvPr/>
        </p:nvSpPr>
        <p:spPr>
          <a:xfrm xmlns:a="http://schemas.openxmlformats.org/drawingml/2006/main">
            <a:off x="6172200" y="4448175"/>
            <a:ext cx="541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2100" b="1">
                <a:solidFill>
                  <a:srgbClr val="154752"/>
                </a:solidFill>
                <a:latin typeface="Calibri"/>
                <a:ea typeface="Calibri"/>
                <a:cs typeface="Calibri"/>
              </a:defRPr>
            </a:defPPr>
            <a:lvl1pPr>
              <a:defRPr sz="2100" b="1">
                <a:solidFill>
                  <a:srgbClr val="154752"/>
                </a:solidFill>
                <a:latin typeface="Calibri"/>
                <a:ea typeface="Calibri"/>
                <a:cs typeface="Calibri"/>
              </a:defRPr>
            </a:lvl1pPr>
            <a:lvl2pPr>
              <a:defRPr sz="2100" b="1">
                <a:solidFill>
                  <a:srgbClr val="154752"/>
                </a:solidFill>
                <a:latin typeface="Calibri"/>
                <a:ea typeface="Calibri"/>
                <a:cs typeface="Calibri"/>
              </a:defRPr>
            </a:lvl2pPr>
            <a:lvl3pPr>
              <a:defRPr sz="2100" b="1">
                <a:solidFill>
                  <a:srgbClr val="154752"/>
                </a:solidFill>
                <a:latin typeface="Calibri"/>
                <a:ea typeface="Calibri"/>
                <a:cs typeface="Calibri"/>
              </a:defRPr>
            </a:lvl3pPr>
            <a:lvl4pPr>
              <a:defRPr sz="2100" b="1">
                <a:solidFill>
                  <a:srgbClr val="154752"/>
                </a:solidFill>
                <a:latin typeface="Calibri"/>
                <a:ea typeface="Calibri"/>
                <a:cs typeface="Calibri"/>
              </a:defRPr>
            </a:lvl4pPr>
            <a:lvl5pPr>
              <a:defRPr sz="2100" b="1">
                <a:solidFill>
                  <a:srgbClr val="154752"/>
                </a:solidFill>
                <a:latin typeface="Calibri"/>
                <a:ea typeface="Calibri"/>
                <a:cs typeface="Calibri"/>
              </a:defRPr>
            </a:lvl5pPr>
            <a:lvl6pPr>
              <a:defRPr sz="2100" b="1">
                <a:solidFill>
                  <a:srgbClr val="154752"/>
                </a:solidFill>
                <a:latin typeface="Calibri"/>
                <a:ea typeface="Calibri"/>
                <a:cs typeface="Calibri"/>
              </a:defRPr>
            </a:lvl6pPr>
            <a:lvl7pPr>
              <a:defRPr sz="2100" b="1">
                <a:solidFill>
                  <a:srgbClr val="154752"/>
                </a:solidFill>
                <a:latin typeface="Calibri"/>
                <a:ea typeface="Calibri"/>
                <a:cs typeface="Calibri"/>
              </a:defRPr>
            </a:lvl7pPr>
            <a:lvl8pPr>
              <a:defRPr sz="2100" b="1">
                <a:solidFill>
                  <a:srgbClr val="154752"/>
                </a:solidFill>
                <a:latin typeface="Calibri"/>
                <a:ea typeface="Calibri"/>
                <a:cs typeface="Calibri"/>
              </a:defRPr>
            </a:lvl8pPr>
            <a:lvl9pPr>
              <a:defRPr sz="2100" b="1">
                <a:solidFill>
                  <a:srgbClr val="154752"/>
                </a:solidFill>
                <a:latin typeface="Calibri"/>
                <a:ea typeface="Calibri"/>
                <a:cs typeface="Calibri"/>
              </a:defRPr>
            </a:lvl9pPr>
          </a:lstStyle>
          <a:p xmlns:a="http://schemas.openxmlformats.org/drawingml/2006/main">
            <a:pPr>
              <a:defRPr sz="2100" b="1">
                <a:solidFill>
                  <a:srgbClr val="154752"/>
                </a:solidFill>
                <a:latin typeface="Calibri"/>
                <a:ea typeface="Calibri"/>
                <a:cs typeface="Calibri"/>
              </a:defRPr>
            </a:pPr>
            <a:r>
              <a:rPr sz="2100" b="1">
                <a:solidFill>
                  <a:srgbClr val="154752"/>
                </a:solidFill>
                <a:latin typeface="Calibri"/>
                <a:ea typeface="Calibri"/>
                <a:cs typeface="Calibri"/>
              </a:rPr>
              <a:t>Configure for each project</a:t>
            </a:r>
          </a:p>
        </p:txBody>
      </p:sp>
      <p:sp>
        <p:nvSpPr>
          <p:cNvPr id="18" name="configure">
            <a:extLst xmlns:a="http://schemas.openxmlformats.org/drawingml/2006/main">
              <a:ext uri="{FF2B5EF4-FFF2-40B4-BE49-F238E27FC236}">
                <a16:creationId xmlns:a16="http://schemas.microsoft.com/office/drawing/2014/main" id="{8D7EB3DC-8ECB-41D7-9896-6DAA875E29F0}"/>
              </a:ext>
            </a:extLst>
          </p:cNvPr>
          <p:cNvSpPr>
            <a:spLocks xmlns:a="http://schemas.openxmlformats.org/drawingml/2006/main" noGrp="1"/>
          </p:cNvSpPr>
          <p:nvPr/>
        </p:nvSpPr>
        <p:spPr>
          <a:xfrm xmlns:a="http://schemas.openxmlformats.org/drawingml/2006/main">
            <a:off x="6172200" y="4876800"/>
            <a:ext cx="54102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800" b="0">
                <a:solidFill>
                  <a:srgbClr val="526C70"/>
                </a:solidFill>
                <a:latin typeface="Calibri"/>
                <a:ea typeface="Calibri"/>
                <a:cs typeface="Calibri"/>
              </a:defRPr>
            </a:defPPr>
            <a:lvl1pPr>
              <a:defRPr sz="1800" b="0">
                <a:solidFill>
                  <a:srgbClr val="526C70"/>
                </a:solidFill>
                <a:latin typeface="Calibri"/>
                <a:ea typeface="Calibri"/>
                <a:cs typeface="Calibri"/>
              </a:defRPr>
            </a:lvl1pPr>
            <a:lvl2pPr>
              <a:defRPr sz="1800" b="0">
                <a:solidFill>
                  <a:srgbClr val="526C70"/>
                </a:solidFill>
                <a:latin typeface="Calibri"/>
                <a:ea typeface="Calibri"/>
                <a:cs typeface="Calibri"/>
              </a:defRPr>
            </a:lvl2pPr>
            <a:lvl3pPr>
              <a:defRPr sz="1800" b="0">
                <a:solidFill>
                  <a:srgbClr val="526C70"/>
                </a:solidFill>
                <a:latin typeface="Calibri"/>
                <a:ea typeface="Calibri"/>
                <a:cs typeface="Calibri"/>
              </a:defRPr>
            </a:lvl3pPr>
            <a:lvl4pPr>
              <a:defRPr sz="1800" b="0">
                <a:solidFill>
                  <a:srgbClr val="526C70"/>
                </a:solidFill>
                <a:latin typeface="Calibri"/>
                <a:ea typeface="Calibri"/>
                <a:cs typeface="Calibri"/>
              </a:defRPr>
            </a:lvl4pPr>
            <a:lvl5pPr>
              <a:defRPr sz="1800" b="0">
                <a:solidFill>
                  <a:srgbClr val="526C70"/>
                </a:solidFill>
                <a:latin typeface="Calibri"/>
                <a:ea typeface="Calibri"/>
                <a:cs typeface="Calibri"/>
              </a:defRPr>
            </a:lvl5pPr>
            <a:lvl6pPr>
              <a:defRPr sz="1800" b="0">
                <a:solidFill>
                  <a:srgbClr val="526C70"/>
                </a:solidFill>
                <a:latin typeface="Calibri"/>
                <a:ea typeface="Calibri"/>
                <a:cs typeface="Calibri"/>
              </a:defRPr>
            </a:lvl6pPr>
            <a:lvl7pPr>
              <a:defRPr sz="1800" b="0">
                <a:solidFill>
                  <a:srgbClr val="526C70"/>
                </a:solidFill>
                <a:latin typeface="Calibri"/>
                <a:ea typeface="Calibri"/>
                <a:cs typeface="Calibri"/>
              </a:defRPr>
            </a:lvl7pPr>
            <a:lvl8pPr>
              <a:defRPr sz="1800" b="0">
                <a:solidFill>
                  <a:srgbClr val="526C70"/>
                </a:solidFill>
                <a:latin typeface="Calibri"/>
                <a:ea typeface="Calibri"/>
                <a:cs typeface="Calibri"/>
              </a:defRPr>
            </a:lvl8pPr>
            <a:lvl9pPr>
              <a:defRPr sz="1800" b="0">
                <a:solidFill>
                  <a:srgbClr val="526C70"/>
                </a:solidFill>
                <a:latin typeface="Calibri"/>
                <a:ea typeface="Calibri"/>
                <a:cs typeface="Calibri"/>
              </a:defRPr>
            </a:lvl9pPr>
          </a:lstStyle>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Source mapping, outcome and time windows.</a:t>
            </a:r>
          </a:p>
          <a:p xmlns:a="http://schemas.openxmlformats.org/drawingml/2006/main">
            <a:pPr>
              <a:defRPr sz="1800" b="0">
                <a:solidFill>
                  <a:srgbClr val="526C70"/>
                </a:solidFill>
                <a:latin typeface="Calibri"/>
                <a:ea typeface="Calibri"/>
                <a:cs typeface="Calibri"/>
              </a:defRPr>
            </a:pPr>
            <a:r>
              <a:rPr sz="1800" b="0">
                <a:solidFill>
                  <a:srgbClr val="526C70"/>
                </a:solidFill>
                <a:latin typeface="Calibri"/>
                <a:ea typeface="Calibri"/>
                <a:cs typeface="Calibri"/>
              </a:rPr>
              <a:t>Retrain and validate for the new setting.</a:t>
            </a:r>
          </a:p>
        </p:txBody>
      </p:sp>
      <p:sp>
        <p:nvSpPr>
          <p:cNvPr id="19" name="milestone-band">
            <a:extLst xmlns:a="http://schemas.openxmlformats.org/drawingml/2006/main">
              <a:ext uri="{FF2B5EF4-FFF2-40B4-BE49-F238E27FC236}">
                <a16:creationId xmlns:a16="http://schemas.microsoft.com/office/drawing/2014/main" id="{28BDDF21-CB39-4D32-A225-41760E5A8C81}"/>
              </a:ext>
            </a:extLst>
          </p:cNvPr>
          <p:cNvSpPr>
            <a:spLocks xmlns:a="http://schemas.openxmlformats.org/drawingml/2006/main" noGrp="1"/>
          </p:cNvSpPr>
          <p:nvPr/>
        </p:nvSpPr>
        <p:spPr>
          <a:xfrm xmlns:a="http://schemas.openxmlformats.org/drawingml/2006/main">
            <a:off x="0" y="5772150"/>
            <a:ext cx="12192000" cy="1085850"/>
          </a:xfrm>
          <a:prstGeom xmlns:a="http://schemas.openxmlformats.org/drawingml/2006/main" prst="rect">
            <a:avLst/>
          </a:prstGeom>
          <a:solidFill xmlns:a="http://schemas.openxmlformats.org/drawingml/2006/main">
            <a:srgbClr val="103E49"/>
          </a:solidFill>
          <a:ln xmlns:a="http://schemas.openxmlformats.org/drawingml/2006/main" w="0">
            <a:noFill/>
            <a:prstDash val="solid"/>
          </a:ln>
        </p:spPr>
      </p:sp>
      <p:sp>
        <p:nvSpPr>
          <p:cNvPr id="20" name="milestone-heading">
            <a:extLst xmlns:a="http://schemas.openxmlformats.org/drawingml/2006/main">
              <a:ext uri="{FF2B5EF4-FFF2-40B4-BE49-F238E27FC236}">
                <a16:creationId xmlns:a16="http://schemas.microsoft.com/office/drawing/2014/main" id="{60D0CAA0-335F-4DC9-A8D9-634BADD36B9A}"/>
              </a:ext>
            </a:extLst>
          </p:cNvPr>
          <p:cNvSpPr>
            <a:spLocks xmlns:a="http://schemas.openxmlformats.org/drawingml/2006/main" noGrp="1"/>
          </p:cNvSpPr>
          <p:nvPr/>
        </p:nvSpPr>
        <p:spPr>
          <a:xfrm xmlns:a="http://schemas.openxmlformats.org/drawingml/2006/main">
            <a:off x="609600" y="59531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950" b="1">
                <a:solidFill>
                  <a:srgbClr val="E5C989"/>
                </a:solidFill>
                <a:latin typeface="Calibri"/>
                <a:ea typeface="Calibri"/>
                <a:cs typeface="Calibri"/>
              </a:defRPr>
            </a:defPPr>
            <a:lvl1pPr>
              <a:defRPr sz="1950" b="1">
                <a:solidFill>
                  <a:srgbClr val="E5C989"/>
                </a:solidFill>
                <a:latin typeface="Calibri"/>
                <a:ea typeface="Calibri"/>
                <a:cs typeface="Calibri"/>
              </a:defRPr>
            </a:lvl1pPr>
            <a:lvl2pPr>
              <a:defRPr sz="1950" b="1">
                <a:solidFill>
                  <a:srgbClr val="E5C989"/>
                </a:solidFill>
                <a:latin typeface="Calibri"/>
                <a:ea typeface="Calibri"/>
                <a:cs typeface="Calibri"/>
              </a:defRPr>
            </a:lvl2pPr>
            <a:lvl3pPr>
              <a:defRPr sz="1950" b="1">
                <a:solidFill>
                  <a:srgbClr val="E5C989"/>
                </a:solidFill>
                <a:latin typeface="Calibri"/>
                <a:ea typeface="Calibri"/>
                <a:cs typeface="Calibri"/>
              </a:defRPr>
            </a:lvl3pPr>
            <a:lvl4pPr>
              <a:defRPr sz="1950" b="1">
                <a:solidFill>
                  <a:srgbClr val="E5C989"/>
                </a:solidFill>
                <a:latin typeface="Calibri"/>
                <a:ea typeface="Calibri"/>
                <a:cs typeface="Calibri"/>
              </a:defRPr>
            </a:lvl4pPr>
            <a:lvl5pPr>
              <a:defRPr sz="1950" b="1">
                <a:solidFill>
                  <a:srgbClr val="E5C989"/>
                </a:solidFill>
                <a:latin typeface="Calibri"/>
                <a:ea typeface="Calibri"/>
                <a:cs typeface="Calibri"/>
              </a:defRPr>
            </a:lvl5pPr>
            <a:lvl6pPr>
              <a:defRPr sz="1950" b="1">
                <a:solidFill>
                  <a:srgbClr val="E5C989"/>
                </a:solidFill>
                <a:latin typeface="Calibri"/>
                <a:ea typeface="Calibri"/>
                <a:cs typeface="Calibri"/>
              </a:defRPr>
            </a:lvl6pPr>
            <a:lvl7pPr>
              <a:defRPr sz="1950" b="1">
                <a:solidFill>
                  <a:srgbClr val="E5C989"/>
                </a:solidFill>
                <a:latin typeface="Calibri"/>
                <a:ea typeface="Calibri"/>
                <a:cs typeface="Calibri"/>
              </a:defRPr>
            </a:lvl7pPr>
            <a:lvl8pPr>
              <a:defRPr sz="1950" b="1">
                <a:solidFill>
                  <a:srgbClr val="E5C989"/>
                </a:solidFill>
                <a:latin typeface="Calibri"/>
                <a:ea typeface="Calibri"/>
                <a:cs typeface="Calibri"/>
              </a:defRPr>
            </a:lvl8pPr>
            <a:lvl9pPr>
              <a:defRPr sz="1950" b="1">
                <a:solidFill>
                  <a:srgbClr val="E5C989"/>
                </a:solidFill>
                <a:latin typeface="Calibri"/>
                <a:ea typeface="Calibri"/>
                <a:cs typeface="Calibri"/>
              </a:defRPr>
            </a:lvl9pPr>
          </a:lstStyle>
          <a:p xmlns:a="http://schemas.openxmlformats.org/drawingml/2006/main">
            <a:pPr>
              <a:defRPr sz="1950" b="1">
                <a:solidFill>
                  <a:srgbClr val="E5C989"/>
                </a:solidFill>
                <a:latin typeface="Calibri"/>
                <a:ea typeface="Calibri"/>
                <a:cs typeface="Calibri"/>
              </a:defRPr>
            </a:pPr>
            <a:r>
              <a:rPr sz="1950" b="1">
                <a:solidFill>
                  <a:srgbClr val="E5C989"/>
                </a:solidFill>
                <a:latin typeface="Calibri"/>
                <a:ea typeface="Calibri"/>
                <a:cs typeface="Calibri"/>
              </a:rPr>
              <a:t>Next milestone</a:t>
            </a:r>
          </a:p>
        </p:txBody>
      </p:sp>
      <p:sp>
        <p:nvSpPr>
          <p:cNvPr id="21" name="milestone">
            <a:extLst xmlns:a="http://schemas.openxmlformats.org/drawingml/2006/main">
              <a:ext uri="{FF2B5EF4-FFF2-40B4-BE49-F238E27FC236}">
                <a16:creationId xmlns:a16="http://schemas.microsoft.com/office/drawing/2014/main" id="{2ACD9E29-3482-41B4-B640-A7772959C706}"/>
              </a:ext>
            </a:extLst>
          </p:cNvPr>
          <p:cNvSpPr>
            <a:spLocks xmlns:a="http://schemas.openxmlformats.org/drawingml/2006/main" noGrp="1"/>
          </p:cNvSpPr>
          <p:nvPr/>
        </p:nvSpPr>
        <p:spPr>
          <a:xfrm xmlns:a="http://schemas.openxmlformats.org/drawingml/2006/main">
            <a:off x="2800350" y="5972175"/>
            <a:ext cx="8782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800" b="0">
                <a:solidFill>
                  <a:srgbClr val="F7F5E9"/>
                </a:solidFill>
                <a:latin typeface="Calibri"/>
                <a:ea typeface="Calibri"/>
                <a:cs typeface="Calibri"/>
              </a:defRPr>
            </a:defPPr>
            <a:lvl1pPr>
              <a:defRPr sz="1800" b="0">
                <a:solidFill>
                  <a:srgbClr val="F7F5E9"/>
                </a:solidFill>
                <a:latin typeface="Calibri"/>
                <a:ea typeface="Calibri"/>
                <a:cs typeface="Calibri"/>
              </a:defRPr>
            </a:lvl1pPr>
            <a:lvl2pPr>
              <a:defRPr sz="1800" b="0">
                <a:solidFill>
                  <a:srgbClr val="F7F5E9"/>
                </a:solidFill>
                <a:latin typeface="Calibri"/>
                <a:ea typeface="Calibri"/>
                <a:cs typeface="Calibri"/>
              </a:defRPr>
            </a:lvl2pPr>
            <a:lvl3pPr>
              <a:defRPr sz="1800" b="0">
                <a:solidFill>
                  <a:srgbClr val="F7F5E9"/>
                </a:solidFill>
                <a:latin typeface="Calibri"/>
                <a:ea typeface="Calibri"/>
                <a:cs typeface="Calibri"/>
              </a:defRPr>
            </a:lvl3pPr>
            <a:lvl4pPr>
              <a:defRPr sz="1800" b="0">
                <a:solidFill>
                  <a:srgbClr val="F7F5E9"/>
                </a:solidFill>
                <a:latin typeface="Calibri"/>
                <a:ea typeface="Calibri"/>
                <a:cs typeface="Calibri"/>
              </a:defRPr>
            </a:lvl4pPr>
            <a:lvl5pPr>
              <a:defRPr sz="1800" b="0">
                <a:solidFill>
                  <a:srgbClr val="F7F5E9"/>
                </a:solidFill>
                <a:latin typeface="Calibri"/>
                <a:ea typeface="Calibri"/>
                <a:cs typeface="Calibri"/>
              </a:defRPr>
            </a:lvl5pPr>
            <a:lvl6pPr>
              <a:defRPr sz="1800" b="0">
                <a:solidFill>
                  <a:srgbClr val="F7F5E9"/>
                </a:solidFill>
                <a:latin typeface="Calibri"/>
                <a:ea typeface="Calibri"/>
                <a:cs typeface="Calibri"/>
              </a:defRPr>
            </a:lvl6pPr>
            <a:lvl7pPr>
              <a:defRPr sz="1800" b="0">
                <a:solidFill>
                  <a:srgbClr val="F7F5E9"/>
                </a:solidFill>
                <a:latin typeface="Calibri"/>
                <a:ea typeface="Calibri"/>
                <a:cs typeface="Calibri"/>
              </a:defRPr>
            </a:lvl7pPr>
            <a:lvl8pPr>
              <a:defRPr sz="1800" b="0">
                <a:solidFill>
                  <a:srgbClr val="F7F5E9"/>
                </a:solidFill>
                <a:latin typeface="Calibri"/>
                <a:ea typeface="Calibri"/>
                <a:cs typeface="Calibri"/>
              </a:defRPr>
            </a:lvl8pPr>
            <a:lvl9pPr>
              <a:defRPr sz="1800" b="0">
                <a:solidFill>
                  <a:srgbClr val="F7F5E9"/>
                </a:solidFill>
                <a:latin typeface="Calibri"/>
                <a:ea typeface="Calibri"/>
                <a:cs typeface="Calibri"/>
              </a:defRPr>
            </a:lvl9pPr>
          </a:lstStyle>
          <a:p xmlns:a="http://schemas.openxmlformats.org/drawingml/2006/main">
            <a:pPr>
              <a:defRPr sz="1800" b="0">
                <a:solidFill>
                  <a:srgbClr val="F7F5E9"/>
                </a:solidFill>
                <a:latin typeface="Calibri"/>
                <a:ea typeface="Calibri"/>
                <a:cs typeface="Calibri"/>
              </a:defRPr>
            </a:pPr>
            <a:r>
              <a:rPr sz="1800" b="0">
                <a:solidFill>
                  <a:srgbClr val="F7F5E9"/>
                </a:solidFill>
                <a:latin typeface="Calibri"/>
                <a:ea typeface="Calibri"/>
                <a:cs typeface="Calibri"/>
              </a:rPr>
              <a:t>Validate this pilot, package shared modules, then prove reuse on a second project.</a:t>
            </a:r>
          </a:p>
        </p:txBody>
      </p:sp>
      <p:sp>
        <p:nvSpPr>
          <p:cNvPr id="22" name="intended-value">
            <a:extLst xmlns:a="http://schemas.openxmlformats.org/drawingml/2006/main">
              <a:ext uri="{FF2B5EF4-FFF2-40B4-BE49-F238E27FC236}">
                <a16:creationId xmlns:a16="http://schemas.microsoft.com/office/drawing/2014/main" id="{41892D9E-D372-41BE-B8B2-9A557ED0FE62}"/>
              </a:ext>
            </a:extLst>
          </p:cNvPr>
          <p:cNvSpPr>
            <a:spLocks xmlns:a="http://schemas.openxmlformats.org/drawingml/2006/main" noGrp="1"/>
          </p:cNvSpPr>
          <p:nvPr/>
        </p:nvSpPr>
        <p:spPr>
          <a:xfrm xmlns:a="http://schemas.openxmlformats.org/drawingml/2006/main">
            <a:off x="609600" y="64008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defRPr sz="1575" b="0">
                <a:solidFill>
                  <a:srgbClr val="CDE1DF"/>
                </a:solidFill>
                <a:latin typeface="Calibri"/>
                <a:ea typeface="Calibri"/>
                <a:cs typeface="Calibri"/>
              </a:defRPr>
            </a:defPPr>
            <a:lvl1pPr>
              <a:defRPr sz="1575" b="0">
                <a:solidFill>
                  <a:srgbClr val="CDE1DF"/>
                </a:solidFill>
                <a:latin typeface="Calibri"/>
                <a:ea typeface="Calibri"/>
                <a:cs typeface="Calibri"/>
              </a:defRPr>
            </a:lvl1pPr>
            <a:lvl2pPr>
              <a:defRPr sz="1575" b="0">
                <a:solidFill>
                  <a:srgbClr val="CDE1DF"/>
                </a:solidFill>
                <a:latin typeface="Calibri"/>
                <a:ea typeface="Calibri"/>
                <a:cs typeface="Calibri"/>
              </a:defRPr>
            </a:lvl2pPr>
            <a:lvl3pPr>
              <a:defRPr sz="1575" b="0">
                <a:solidFill>
                  <a:srgbClr val="CDE1DF"/>
                </a:solidFill>
                <a:latin typeface="Calibri"/>
                <a:ea typeface="Calibri"/>
                <a:cs typeface="Calibri"/>
              </a:defRPr>
            </a:lvl3pPr>
            <a:lvl4pPr>
              <a:defRPr sz="1575" b="0">
                <a:solidFill>
                  <a:srgbClr val="CDE1DF"/>
                </a:solidFill>
                <a:latin typeface="Calibri"/>
                <a:ea typeface="Calibri"/>
                <a:cs typeface="Calibri"/>
              </a:defRPr>
            </a:lvl4pPr>
            <a:lvl5pPr>
              <a:defRPr sz="1575" b="0">
                <a:solidFill>
                  <a:srgbClr val="CDE1DF"/>
                </a:solidFill>
                <a:latin typeface="Calibri"/>
                <a:ea typeface="Calibri"/>
                <a:cs typeface="Calibri"/>
              </a:defRPr>
            </a:lvl5pPr>
            <a:lvl6pPr>
              <a:defRPr sz="1575" b="0">
                <a:solidFill>
                  <a:srgbClr val="CDE1DF"/>
                </a:solidFill>
                <a:latin typeface="Calibri"/>
                <a:ea typeface="Calibri"/>
                <a:cs typeface="Calibri"/>
              </a:defRPr>
            </a:lvl6pPr>
            <a:lvl7pPr>
              <a:defRPr sz="1575" b="0">
                <a:solidFill>
                  <a:srgbClr val="CDE1DF"/>
                </a:solidFill>
                <a:latin typeface="Calibri"/>
                <a:ea typeface="Calibri"/>
                <a:cs typeface="Calibri"/>
              </a:defRPr>
            </a:lvl7pPr>
            <a:lvl8pPr>
              <a:defRPr sz="1575" b="0">
                <a:solidFill>
                  <a:srgbClr val="CDE1DF"/>
                </a:solidFill>
                <a:latin typeface="Calibri"/>
                <a:ea typeface="Calibri"/>
                <a:cs typeface="Calibri"/>
              </a:defRPr>
            </a:lvl8pPr>
            <a:lvl9pPr>
              <a:defRPr sz="1575" b="0">
                <a:solidFill>
                  <a:srgbClr val="CDE1DF"/>
                </a:solidFill>
                <a:latin typeface="Calibri"/>
                <a:ea typeface="Calibri"/>
                <a:cs typeface="Calibri"/>
              </a:defRPr>
            </a:lvl9pPr>
          </a:lstStyle>
          <a:p xmlns:a="http://schemas.openxmlformats.org/drawingml/2006/main">
            <a:pPr>
              <a:defRPr sz="1575" b="0">
                <a:solidFill>
                  <a:srgbClr val="CDE1DF"/>
                </a:solidFill>
                <a:latin typeface="Calibri"/>
                <a:ea typeface="Calibri"/>
                <a:cs typeface="Calibri"/>
              </a:defRPr>
            </a:pPr>
            <a:r>
              <a:rPr sz="1575" b="0">
                <a:solidFill>
                  <a:srgbClr val="CDE1DF"/>
                </a:solidFill>
                <a:latin typeface="Calibri"/>
                <a:ea typeface="Calibri"/>
                <a:cs typeface="Calibri"/>
              </a:rPr>
              <a:t>Intended value: less repeated feature work and faster setup for future projects.</a:t>
            </a:r>
          </a:p>
        </p:txBody>
      </p:sp>
    </p:spTree>
    <p:extLst>
      <p:ext uri="{BB962C8B-B14F-4D97-AF65-F5344CB8AC3E}">
        <p14:creationId xmlns:p14="http://schemas.microsoft.com/office/powerpoint/2010/main" val="12501824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2026-10-20T11:58:19.8260000Z</dcterms:created>
  <dcterms:modified xsi:type="dcterms:W3CDTF">2026-10-20T11:58:19.8260000Z</dcterms:modified>
</coreProperties>
</file>